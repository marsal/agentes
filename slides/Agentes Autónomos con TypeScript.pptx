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NapkinAiOrigin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embeddedFontLst>
    <p:embeddedFont>
      <p:font typeface="Roboto" pitchFamily="2" charset="0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71475"/>
            <a:ext cx="4200525" cy="4400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525" y="1009650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EEF1F0"/>
                </a:solidFill>
                <a:latin typeface="Roboto"/>
              </a:rPr>
              <a:t/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00050" y="1090612"/>
            <a:ext cx="3469033" cy="2390775"/>
            <a:chOff x="400050" y="1090612"/>
            <a:chExt cx="3469033" cy="2390775"/>
          </a:xfrm>
        </p:grpSpPr>
        <p:sp>
          <p:nvSpPr>
            <p:cNvPr id="4" name="TextBox 3"/>
            <p:cNvSpPr txBox="1"/>
            <p:nvPr/>
          </p:nvSpPr>
          <p:spPr>
            <a:xfrm>
              <a:off x="400050" y="1090612"/>
              <a:ext cx="3989387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EEF1F0"/>
                  </a:solidFill>
                  <a:latin typeface="Roboto"/>
                </a:rPr>
                <a:t>De agentes a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00050" y="1662112"/>
              <a:ext cx="3989387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EEF1F0"/>
                  </a:solidFill>
                  <a:latin typeface="Roboto"/>
                </a:rPr>
                <a:t>sistemas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00050" y="2233612"/>
              <a:ext cx="3989387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4500" b="1">
                  <a:solidFill>
                    <a:srgbClr val="EEF1F0"/>
                  </a:solidFill>
                  <a:latin typeface="Roboto"/>
                </a:rPr>
                <a:t>autónomos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0050" y="3009900"/>
            <a:ext cx="3504609" cy="457200"/>
            <a:chOff x="400050" y="3009900"/>
            <a:chExt cx="3504609" cy="457200"/>
          </a:xfrm>
        </p:grpSpPr>
        <p:sp>
          <p:nvSpPr>
            <p:cNvPr id="8" name="TextBox 7"/>
            <p:cNvSpPr txBox="1"/>
            <p:nvPr/>
          </p:nvSpPr>
          <p:spPr>
            <a:xfrm>
              <a:off x="400050" y="3009900"/>
              <a:ext cx="4030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EEF1F0"/>
                  </a:solidFill>
                  <a:latin typeface="Roboto"/>
                </a:rPr>
                <a:t>Orquestación de agentes especializados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00050" y="3238500"/>
              <a:ext cx="4030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EEF1F0"/>
                  </a:solidFill>
                  <a:latin typeface="Roboto"/>
                </a:rPr>
                <a:t>con LangChain y LangGraph</a:t>
              </a:r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2286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19DAB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97156" y="451003"/>
            <a:ext cx="4533129" cy="954343"/>
          </a:xfrm>
          <a:custGeom>
            <a:avLst/>
            <a:gdLst/>
            <a:ahLst/>
            <a:cxnLst/>
            <a:rect l="0" t="0" r="0" b="0"/>
            <a:pathLst>
              <a:path w="4533129" h="954343">
                <a:moveTo>
                  <a:pt x="2266564" y="0"/>
                </a:moveTo>
                <a:lnTo>
                  <a:pt x="4533129" y="795286"/>
                </a:lnTo>
                <a:lnTo>
                  <a:pt x="4533129" y="954343"/>
                </a:lnTo>
                <a:lnTo>
                  <a:pt x="0" y="954343"/>
                </a:lnTo>
                <a:lnTo>
                  <a:pt x="0" y="795286"/>
                </a:lnTo>
                <a:lnTo>
                  <a:pt x="2266564" y="0"/>
                </a:lnTo>
                <a:close/>
              </a:path>
            </a:pathLst>
          </a:custGeom>
          <a:noFill/>
          <a:ln w="9943">
            <a:solidFill>
              <a:srgbClr val="A3A3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6213" y="1484875"/>
            <a:ext cx="1351986" cy="1325171"/>
          </a:xfrm>
          <a:custGeom>
            <a:avLst/>
            <a:gdLst/>
            <a:ahLst/>
            <a:cxnLst/>
            <a:rect l="0" t="0" r="0" b="0"/>
            <a:pathLst>
              <a:path w="1351986" h="1325171">
                <a:moveTo>
                  <a:pt x="0" y="1325171"/>
                </a:moveTo>
                <a:lnTo>
                  <a:pt x="1351986" y="1325171"/>
                </a:lnTo>
                <a:lnTo>
                  <a:pt x="1351986" y="0"/>
                </a:lnTo>
                <a:lnTo>
                  <a:pt x="0" y="0"/>
                </a:lnTo>
                <a:lnTo>
                  <a:pt x="0" y="1325171"/>
                </a:lnTo>
                <a:close/>
              </a:path>
            </a:pathLst>
          </a:custGeom>
          <a:noFill/>
          <a:ln w="9943">
            <a:solidFill>
              <a:srgbClr val="7FB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87728" y="1484875"/>
            <a:ext cx="1351986" cy="1325171"/>
          </a:xfrm>
          <a:custGeom>
            <a:avLst/>
            <a:gdLst/>
            <a:ahLst/>
            <a:cxnLst/>
            <a:rect l="0" t="0" r="0" b="0"/>
            <a:pathLst>
              <a:path w="1351986" h="1325171">
                <a:moveTo>
                  <a:pt x="0" y="1325171"/>
                </a:moveTo>
                <a:lnTo>
                  <a:pt x="1351986" y="1325171"/>
                </a:lnTo>
                <a:lnTo>
                  <a:pt x="1351986" y="0"/>
                </a:lnTo>
                <a:lnTo>
                  <a:pt x="0" y="0"/>
                </a:lnTo>
                <a:lnTo>
                  <a:pt x="0" y="1325171"/>
                </a:lnTo>
                <a:close/>
              </a:path>
            </a:pathLst>
          </a:custGeom>
          <a:noFill/>
          <a:ln w="9943">
            <a:solidFill>
              <a:srgbClr val="C98A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9243" y="1484875"/>
            <a:ext cx="1351986" cy="1325171"/>
          </a:xfrm>
          <a:custGeom>
            <a:avLst/>
            <a:gdLst/>
            <a:ahLst/>
            <a:cxnLst/>
            <a:rect l="0" t="0" r="0" b="0"/>
            <a:pathLst>
              <a:path w="1351986" h="1325171">
                <a:moveTo>
                  <a:pt x="0" y="1325171"/>
                </a:moveTo>
                <a:lnTo>
                  <a:pt x="1351986" y="1325171"/>
                </a:lnTo>
                <a:lnTo>
                  <a:pt x="1351986" y="0"/>
                </a:lnTo>
                <a:lnTo>
                  <a:pt x="0" y="0"/>
                </a:lnTo>
                <a:lnTo>
                  <a:pt x="0" y="1325171"/>
                </a:lnTo>
                <a:close/>
              </a:path>
            </a:pathLst>
          </a:custGeom>
          <a:noFill/>
          <a:ln w="9943">
            <a:solidFill>
              <a:srgbClr val="C98A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6213" y="2889576"/>
            <a:ext cx="2067743" cy="1192929"/>
          </a:xfrm>
          <a:custGeom>
            <a:avLst/>
            <a:gdLst/>
            <a:ahLst/>
            <a:cxnLst/>
            <a:rect l="0" t="0" r="0" b="0"/>
            <a:pathLst>
              <a:path w="2067743" h="1192929">
                <a:moveTo>
                  <a:pt x="0" y="1192929"/>
                </a:moveTo>
                <a:lnTo>
                  <a:pt x="2067743" y="1192929"/>
                </a:lnTo>
                <a:lnTo>
                  <a:pt x="2067743" y="0"/>
                </a:lnTo>
                <a:lnTo>
                  <a:pt x="0" y="0"/>
                </a:lnTo>
                <a:lnTo>
                  <a:pt x="0" y="1192929"/>
                </a:lnTo>
                <a:close/>
              </a:path>
            </a:pathLst>
          </a:custGeom>
          <a:noFill/>
          <a:ln w="9943">
            <a:solidFill>
              <a:srgbClr val="A08A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03485" y="2889576"/>
            <a:ext cx="2067743" cy="1192929"/>
          </a:xfrm>
          <a:custGeom>
            <a:avLst/>
            <a:gdLst/>
            <a:ahLst/>
            <a:cxnLst/>
            <a:rect l="0" t="0" r="0" b="0"/>
            <a:pathLst>
              <a:path w="2067743" h="1192929">
                <a:moveTo>
                  <a:pt x="0" y="1192929"/>
                </a:moveTo>
                <a:lnTo>
                  <a:pt x="2067743" y="1192929"/>
                </a:lnTo>
                <a:lnTo>
                  <a:pt x="2067743" y="0"/>
                </a:lnTo>
                <a:lnTo>
                  <a:pt x="0" y="0"/>
                </a:lnTo>
                <a:lnTo>
                  <a:pt x="0" y="1192929"/>
                </a:lnTo>
                <a:close/>
              </a:path>
            </a:pathLst>
          </a:custGeom>
          <a:noFill/>
          <a:ln w="9943">
            <a:solidFill>
              <a:srgbClr val="8A8A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7156" y="4162034"/>
            <a:ext cx="4533130" cy="477171"/>
          </a:xfrm>
          <a:custGeom>
            <a:avLst/>
            <a:gdLst/>
            <a:ahLst/>
            <a:cxnLst/>
            <a:rect l="0" t="0" r="0" b="0"/>
            <a:pathLst>
              <a:path w="4533130" h="477171">
                <a:moveTo>
                  <a:pt x="4374073" y="159057"/>
                </a:moveTo>
                <a:lnTo>
                  <a:pt x="4533130" y="159057"/>
                </a:lnTo>
                <a:lnTo>
                  <a:pt x="4533130" y="477171"/>
                </a:lnTo>
                <a:lnTo>
                  <a:pt x="0" y="477171"/>
                </a:lnTo>
                <a:lnTo>
                  <a:pt x="0" y="159057"/>
                </a:lnTo>
                <a:lnTo>
                  <a:pt x="159057" y="159057"/>
                </a:lnTo>
                <a:lnTo>
                  <a:pt x="159057" y="0"/>
                </a:lnTo>
                <a:lnTo>
                  <a:pt x="4374073" y="0"/>
                </a:lnTo>
                <a:lnTo>
                  <a:pt x="4374073" y="159057"/>
                </a:lnTo>
                <a:close/>
              </a:path>
            </a:pathLst>
          </a:custGeom>
          <a:noFill/>
          <a:ln w="9943">
            <a:solidFill>
              <a:srgbClr val="A3A3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7191" y="1962052"/>
            <a:ext cx="510038" cy="15905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7FB3B8"/>
                </a:solidFill>
                <a:latin typeface="Roboto"/>
              </a:rPr>
              <a:t>Modelo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6120" y="1577805"/>
            <a:ext cx="298232" cy="291313"/>
          </a:xfrm>
          <a:custGeom>
            <a:avLst/>
            <a:gdLst/>
            <a:ahLst/>
            <a:cxnLst/>
            <a:rect l="0" t="0" r="0" b="0"/>
            <a:pathLst>
              <a:path w="298232" h="291313">
                <a:moveTo>
                  <a:pt x="125801" y="256400"/>
                </a:moveTo>
                <a:lnTo>
                  <a:pt x="173120" y="256400"/>
                </a:lnTo>
                <a:cubicBezTo>
                  <a:pt x="182187" y="256392"/>
                  <a:pt x="189535" y="249044"/>
                  <a:pt x="189543" y="239977"/>
                </a:cubicBezTo>
                <a:lnTo>
                  <a:pt x="189543" y="239977"/>
                </a:lnTo>
                <a:cubicBezTo>
                  <a:pt x="189543" y="230910"/>
                  <a:pt x="182200" y="223556"/>
                  <a:pt x="173133" y="223541"/>
                </a:cubicBezTo>
                <a:lnTo>
                  <a:pt x="125814" y="223541"/>
                </a:lnTo>
                <a:cubicBezTo>
                  <a:pt x="116803" y="223541"/>
                  <a:pt x="109472" y="230795"/>
                  <a:pt x="109378" y="239805"/>
                </a:cubicBezTo>
                <a:lnTo>
                  <a:pt x="109378" y="239805"/>
                </a:lnTo>
                <a:cubicBezTo>
                  <a:pt x="109335" y="244189"/>
                  <a:pt x="111047" y="248408"/>
                  <a:pt x="114131" y="251525"/>
                </a:cubicBezTo>
                <a:cubicBezTo>
                  <a:pt x="117215" y="254641"/>
                  <a:pt x="121416" y="256396"/>
                  <a:pt x="125801" y="256400"/>
                </a:cubicBezTo>
                <a:close/>
                <a:moveTo>
                  <a:pt x="298232" y="191173"/>
                </a:moveTo>
                <a:lnTo>
                  <a:pt x="298232" y="278363"/>
                </a:lnTo>
                <a:cubicBezTo>
                  <a:pt x="298232" y="285520"/>
                  <a:pt x="292440" y="291313"/>
                  <a:pt x="285282" y="291313"/>
                </a:cubicBezTo>
                <a:lnTo>
                  <a:pt x="13480" y="291313"/>
                </a:lnTo>
                <a:cubicBezTo>
                  <a:pt x="6328" y="291313"/>
                  <a:pt x="530" y="285515"/>
                  <a:pt x="530" y="278363"/>
                </a:cubicBezTo>
                <a:lnTo>
                  <a:pt x="530" y="191173"/>
                </a:lnTo>
                <a:moveTo>
                  <a:pt x="530" y="191173"/>
                </a:moveTo>
                <a:lnTo>
                  <a:pt x="298232" y="191173"/>
                </a:lnTo>
                <a:moveTo>
                  <a:pt x="0" y="58254"/>
                </a:moveTo>
                <a:lnTo>
                  <a:pt x="0" y="12949"/>
                </a:lnTo>
                <a:cubicBezTo>
                  <a:pt x="0" y="5792"/>
                  <a:pt x="5792" y="0"/>
                  <a:pt x="12949" y="0"/>
                </a:cubicBezTo>
                <a:lnTo>
                  <a:pt x="284752" y="0"/>
                </a:lnTo>
                <a:cubicBezTo>
                  <a:pt x="291909" y="0"/>
                  <a:pt x="297702" y="5792"/>
                  <a:pt x="297702" y="12949"/>
                </a:cubicBezTo>
                <a:lnTo>
                  <a:pt x="297702" y="58254"/>
                </a:lnTo>
                <a:moveTo>
                  <a:pt x="106064" y="122420"/>
                </a:moveTo>
                <a:cubicBezTo>
                  <a:pt x="100564" y="130318"/>
                  <a:pt x="92787" y="136352"/>
                  <a:pt x="83770" y="139718"/>
                </a:cubicBezTo>
                <a:lnTo>
                  <a:pt x="83611" y="191173"/>
                </a:lnTo>
                <a:lnTo>
                  <a:pt x="50103" y="191173"/>
                </a:lnTo>
                <a:lnTo>
                  <a:pt x="50275" y="139612"/>
                </a:lnTo>
                <a:cubicBezTo>
                  <a:pt x="31866" y="132596"/>
                  <a:pt x="19724" y="114916"/>
                  <a:pt x="19782" y="95216"/>
                </a:cubicBezTo>
                <a:cubicBezTo>
                  <a:pt x="19841" y="75516"/>
                  <a:pt x="32090" y="57910"/>
                  <a:pt x="50540" y="51004"/>
                </a:cubicBezTo>
                <a:lnTo>
                  <a:pt x="50447" y="86924"/>
                </a:lnTo>
                <a:lnTo>
                  <a:pt x="67148" y="103731"/>
                </a:lnTo>
                <a:lnTo>
                  <a:pt x="83929" y="87030"/>
                </a:lnTo>
                <a:lnTo>
                  <a:pt x="84035" y="51110"/>
                </a:lnTo>
                <a:cubicBezTo>
                  <a:pt x="97654" y="56301"/>
                  <a:pt x="108125" y="67473"/>
                  <a:pt x="112422" y="81401"/>
                </a:cubicBezTo>
                <a:cubicBezTo>
                  <a:pt x="116719" y="95328"/>
                  <a:pt x="114365" y="110458"/>
                  <a:pt x="106038" y="122420"/>
                </a:cubicBezTo>
                <a:close/>
                <a:moveTo>
                  <a:pt x="135039" y="191173"/>
                </a:moveTo>
                <a:lnTo>
                  <a:pt x="135211" y="142528"/>
                </a:lnTo>
                <a:lnTo>
                  <a:pt x="176540" y="142554"/>
                </a:lnTo>
                <a:lnTo>
                  <a:pt x="176540" y="191173"/>
                </a:lnTo>
                <a:lnTo>
                  <a:pt x="135052" y="191173"/>
                </a:lnTo>
                <a:close/>
                <a:moveTo>
                  <a:pt x="138167" y="51017"/>
                </a:moveTo>
                <a:lnTo>
                  <a:pt x="173624" y="51017"/>
                </a:lnTo>
                <a:lnTo>
                  <a:pt x="173624" y="68513"/>
                </a:lnTo>
                <a:cubicBezTo>
                  <a:pt x="173624" y="78304"/>
                  <a:pt x="165687" y="86242"/>
                  <a:pt x="155896" y="86242"/>
                </a:cubicBezTo>
                <a:cubicBezTo>
                  <a:pt x="146104" y="86242"/>
                  <a:pt x="138167" y="78304"/>
                  <a:pt x="138167" y="68513"/>
                </a:cubicBezTo>
                <a:close/>
                <a:moveTo>
                  <a:pt x="155796" y="86262"/>
                </a:moveTo>
                <a:lnTo>
                  <a:pt x="155796" y="142528"/>
                </a:lnTo>
                <a:moveTo>
                  <a:pt x="255962" y="123083"/>
                </a:moveTo>
                <a:cubicBezTo>
                  <a:pt x="273226" y="114655"/>
                  <a:pt x="282312" y="95359"/>
                  <a:pt x="277811" y="76682"/>
                </a:cubicBezTo>
                <a:cubicBezTo>
                  <a:pt x="273309" y="58005"/>
                  <a:pt x="256432" y="44967"/>
                  <a:pt x="237223" y="45328"/>
                </a:cubicBezTo>
                <a:cubicBezTo>
                  <a:pt x="218015" y="45689"/>
                  <a:pt x="201639" y="59353"/>
                  <a:pt x="197843" y="78186"/>
                </a:cubicBezTo>
                <a:cubicBezTo>
                  <a:pt x="194048" y="97019"/>
                  <a:pt x="203852" y="115959"/>
                  <a:pt x="221420" y="123733"/>
                </a:cubicBezTo>
                <a:lnTo>
                  <a:pt x="221328" y="191173"/>
                </a:lnTo>
                <a:lnTo>
                  <a:pt x="255962" y="191173"/>
                </a:lnTo>
                <a:close/>
                <a:moveTo>
                  <a:pt x="222587" y="86262"/>
                </a:moveTo>
                <a:cubicBezTo>
                  <a:pt x="222586" y="77747"/>
                  <a:pt x="229488" y="70844"/>
                  <a:pt x="238002" y="70844"/>
                </a:cubicBezTo>
                <a:cubicBezTo>
                  <a:pt x="246517" y="70844"/>
                  <a:pt x="253419" y="77747"/>
                  <a:pt x="253418" y="86262"/>
                </a:cubicBezTo>
                <a:cubicBezTo>
                  <a:pt x="253419" y="94776"/>
                  <a:pt x="246517" y="101679"/>
                  <a:pt x="238002" y="101679"/>
                </a:cubicBezTo>
                <a:cubicBezTo>
                  <a:pt x="229488" y="101679"/>
                  <a:pt x="222586" y="94776"/>
                  <a:pt x="222587" y="86262"/>
                </a:cubicBezTo>
              </a:path>
            </a:pathLst>
          </a:custGeom>
          <a:noFill/>
          <a:ln w="9943">
            <a:solidFill>
              <a:srgbClr val="C98A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4659" y="1962052"/>
            <a:ext cx="698125" cy="15905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C98AA0"/>
                </a:solidFill>
                <a:latin typeface="Roboto"/>
              </a:rPr>
              <a:t>Messages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4546" y="1571031"/>
            <a:ext cx="278350" cy="304859"/>
          </a:xfrm>
          <a:custGeom>
            <a:avLst/>
            <a:gdLst/>
            <a:ahLst/>
            <a:cxnLst/>
            <a:rect l="0" t="0" r="0" b="0"/>
            <a:pathLst>
              <a:path w="278350" h="304859">
                <a:moveTo>
                  <a:pt x="43077" y="43077"/>
                </a:moveTo>
                <a:cubicBezTo>
                  <a:pt x="44908" y="43077"/>
                  <a:pt x="46391" y="44561"/>
                  <a:pt x="46391" y="46391"/>
                </a:cubicBezTo>
                <a:cubicBezTo>
                  <a:pt x="46391" y="48221"/>
                  <a:pt x="44908" y="49705"/>
                  <a:pt x="43077" y="49705"/>
                </a:cubicBezTo>
                <a:cubicBezTo>
                  <a:pt x="41247" y="49705"/>
                  <a:pt x="39764" y="48221"/>
                  <a:pt x="39764" y="46391"/>
                </a:cubicBezTo>
                <a:cubicBezTo>
                  <a:pt x="39764" y="44561"/>
                  <a:pt x="41247" y="43077"/>
                  <a:pt x="43077" y="43077"/>
                </a:cubicBezTo>
                <a:moveTo>
                  <a:pt x="79528" y="43077"/>
                </a:moveTo>
                <a:cubicBezTo>
                  <a:pt x="81358" y="43077"/>
                  <a:pt x="82842" y="44561"/>
                  <a:pt x="82842" y="46391"/>
                </a:cubicBezTo>
                <a:cubicBezTo>
                  <a:pt x="82842" y="48221"/>
                  <a:pt x="81358" y="49705"/>
                  <a:pt x="79528" y="49705"/>
                </a:cubicBezTo>
                <a:cubicBezTo>
                  <a:pt x="77698" y="49705"/>
                  <a:pt x="76214" y="48221"/>
                  <a:pt x="76214" y="46391"/>
                </a:cubicBezTo>
                <a:cubicBezTo>
                  <a:pt x="76214" y="44561"/>
                  <a:pt x="77698" y="43077"/>
                  <a:pt x="79528" y="43077"/>
                </a:cubicBezTo>
                <a:moveTo>
                  <a:pt x="115979" y="43077"/>
                </a:moveTo>
                <a:cubicBezTo>
                  <a:pt x="117809" y="43077"/>
                  <a:pt x="119292" y="44561"/>
                  <a:pt x="119292" y="46391"/>
                </a:cubicBezTo>
                <a:cubicBezTo>
                  <a:pt x="119292" y="48221"/>
                  <a:pt x="117809" y="49705"/>
                  <a:pt x="115979" y="49705"/>
                </a:cubicBezTo>
                <a:cubicBezTo>
                  <a:pt x="114149" y="49705"/>
                  <a:pt x="112665" y="48221"/>
                  <a:pt x="112665" y="46391"/>
                </a:cubicBezTo>
                <a:cubicBezTo>
                  <a:pt x="112665" y="44561"/>
                  <a:pt x="114149" y="43077"/>
                  <a:pt x="115979" y="43077"/>
                </a:cubicBezTo>
                <a:moveTo>
                  <a:pt x="182252" y="155743"/>
                </a:moveTo>
                <a:cubicBezTo>
                  <a:pt x="180422" y="155743"/>
                  <a:pt x="178939" y="157227"/>
                  <a:pt x="178939" y="159057"/>
                </a:cubicBezTo>
                <a:cubicBezTo>
                  <a:pt x="178939" y="160887"/>
                  <a:pt x="180422" y="162370"/>
                  <a:pt x="182252" y="162370"/>
                </a:cubicBezTo>
                <a:cubicBezTo>
                  <a:pt x="184083" y="162370"/>
                  <a:pt x="185566" y="160887"/>
                  <a:pt x="185566" y="159057"/>
                </a:cubicBezTo>
                <a:cubicBezTo>
                  <a:pt x="185566" y="157227"/>
                  <a:pt x="184083" y="155743"/>
                  <a:pt x="182252" y="155743"/>
                </a:cubicBezTo>
                <a:moveTo>
                  <a:pt x="212076" y="155743"/>
                </a:moveTo>
                <a:cubicBezTo>
                  <a:pt x="210246" y="155743"/>
                  <a:pt x="208762" y="157227"/>
                  <a:pt x="208762" y="159057"/>
                </a:cubicBezTo>
                <a:cubicBezTo>
                  <a:pt x="208762" y="160887"/>
                  <a:pt x="210246" y="162370"/>
                  <a:pt x="212076" y="162370"/>
                </a:cubicBezTo>
                <a:cubicBezTo>
                  <a:pt x="213906" y="162370"/>
                  <a:pt x="215389" y="160887"/>
                  <a:pt x="215389" y="159057"/>
                </a:cubicBezTo>
                <a:cubicBezTo>
                  <a:pt x="215389" y="157227"/>
                  <a:pt x="213906" y="155743"/>
                  <a:pt x="212076" y="155743"/>
                </a:cubicBezTo>
                <a:moveTo>
                  <a:pt x="241899" y="155743"/>
                </a:moveTo>
                <a:cubicBezTo>
                  <a:pt x="240069" y="155743"/>
                  <a:pt x="238585" y="157227"/>
                  <a:pt x="238585" y="159057"/>
                </a:cubicBezTo>
                <a:cubicBezTo>
                  <a:pt x="238585" y="160887"/>
                  <a:pt x="240069" y="162370"/>
                  <a:pt x="241899" y="162370"/>
                </a:cubicBezTo>
                <a:cubicBezTo>
                  <a:pt x="243729" y="162370"/>
                  <a:pt x="245213" y="160887"/>
                  <a:pt x="245213" y="159057"/>
                </a:cubicBezTo>
                <a:cubicBezTo>
                  <a:pt x="245213" y="157227"/>
                  <a:pt x="243729" y="155743"/>
                  <a:pt x="241899" y="155743"/>
                </a:cubicBezTo>
                <a:moveTo>
                  <a:pt x="225330" y="231958"/>
                </a:moveTo>
                <a:lnTo>
                  <a:pt x="225330" y="278350"/>
                </a:lnTo>
                <a:cubicBezTo>
                  <a:pt x="225330" y="292990"/>
                  <a:pt x="213462" y="304859"/>
                  <a:pt x="198821" y="304859"/>
                </a:cubicBezTo>
                <a:lnTo>
                  <a:pt x="106038" y="304859"/>
                </a:lnTo>
                <a:cubicBezTo>
                  <a:pt x="91397" y="304859"/>
                  <a:pt x="79528" y="292990"/>
                  <a:pt x="79528" y="278350"/>
                </a:cubicBezTo>
                <a:lnTo>
                  <a:pt x="79528" y="145802"/>
                </a:lnTo>
                <a:moveTo>
                  <a:pt x="185566" y="39764"/>
                </a:moveTo>
                <a:lnTo>
                  <a:pt x="198821" y="39764"/>
                </a:lnTo>
                <a:cubicBezTo>
                  <a:pt x="213462" y="39764"/>
                  <a:pt x="225330" y="51633"/>
                  <a:pt x="225330" y="66273"/>
                </a:cubicBezTo>
                <a:lnTo>
                  <a:pt x="225330" y="92783"/>
                </a:lnTo>
                <a:moveTo>
                  <a:pt x="79528" y="251840"/>
                </a:moveTo>
                <a:lnTo>
                  <a:pt x="225330" y="251840"/>
                </a:lnTo>
                <a:moveTo>
                  <a:pt x="152429" y="275036"/>
                </a:moveTo>
                <a:cubicBezTo>
                  <a:pt x="150599" y="275036"/>
                  <a:pt x="149116" y="276519"/>
                  <a:pt x="149116" y="278350"/>
                </a:cubicBezTo>
                <a:lnTo>
                  <a:pt x="149116" y="278350"/>
                </a:lnTo>
                <a:cubicBezTo>
                  <a:pt x="149116" y="280180"/>
                  <a:pt x="150599" y="281663"/>
                  <a:pt x="152429" y="281663"/>
                </a:cubicBezTo>
                <a:lnTo>
                  <a:pt x="152429" y="281663"/>
                </a:lnTo>
                <a:cubicBezTo>
                  <a:pt x="154259" y="281663"/>
                  <a:pt x="155743" y="280180"/>
                  <a:pt x="155743" y="278350"/>
                </a:cubicBezTo>
                <a:lnTo>
                  <a:pt x="155743" y="278350"/>
                </a:lnTo>
                <a:cubicBezTo>
                  <a:pt x="155743" y="276519"/>
                  <a:pt x="154259" y="275036"/>
                  <a:pt x="152429" y="275036"/>
                </a:cubicBezTo>
                <a:lnTo>
                  <a:pt x="152429" y="275036"/>
                </a:lnTo>
                <a:moveTo>
                  <a:pt x="26509" y="0"/>
                </a:moveTo>
                <a:cubicBezTo>
                  <a:pt x="11868" y="0"/>
                  <a:pt x="0" y="11868"/>
                  <a:pt x="0" y="26509"/>
                </a:cubicBezTo>
                <a:lnTo>
                  <a:pt x="0" y="66273"/>
                </a:lnTo>
                <a:cubicBezTo>
                  <a:pt x="0" y="80914"/>
                  <a:pt x="11868" y="92783"/>
                  <a:pt x="26509" y="92783"/>
                </a:cubicBezTo>
                <a:lnTo>
                  <a:pt x="66273" y="92783"/>
                </a:lnTo>
                <a:lnTo>
                  <a:pt x="106038" y="132547"/>
                </a:lnTo>
                <a:lnTo>
                  <a:pt x="106038" y="92783"/>
                </a:lnTo>
                <a:lnTo>
                  <a:pt x="132547" y="92783"/>
                </a:lnTo>
                <a:cubicBezTo>
                  <a:pt x="147188" y="92783"/>
                  <a:pt x="159057" y="80914"/>
                  <a:pt x="159057" y="66273"/>
                </a:cubicBezTo>
                <a:lnTo>
                  <a:pt x="159057" y="26509"/>
                </a:lnTo>
                <a:cubicBezTo>
                  <a:pt x="159057" y="11868"/>
                  <a:pt x="147188" y="0"/>
                  <a:pt x="132547" y="0"/>
                </a:cubicBezTo>
                <a:close/>
                <a:moveTo>
                  <a:pt x="278350" y="145802"/>
                </a:moveTo>
                <a:lnTo>
                  <a:pt x="278350" y="172311"/>
                </a:lnTo>
                <a:cubicBezTo>
                  <a:pt x="278350" y="186952"/>
                  <a:pt x="266481" y="198821"/>
                  <a:pt x="251840" y="198821"/>
                </a:cubicBezTo>
                <a:lnTo>
                  <a:pt x="225330" y="198821"/>
                </a:lnTo>
                <a:lnTo>
                  <a:pt x="185566" y="225330"/>
                </a:lnTo>
                <a:lnTo>
                  <a:pt x="185566" y="198821"/>
                </a:lnTo>
                <a:lnTo>
                  <a:pt x="172311" y="198821"/>
                </a:lnTo>
                <a:cubicBezTo>
                  <a:pt x="157671" y="198821"/>
                  <a:pt x="145802" y="186952"/>
                  <a:pt x="145802" y="172311"/>
                </a:cubicBezTo>
                <a:lnTo>
                  <a:pt x="145802" y="145802"/>
                </a:lnTo>
                <a:cubicBezTo>
                  <a:pt x="145802" y="131161"/>
                  <a:pt x="157671" y="119292"/>
                  <a:pt x="172311" y="119292"/>
                </a:cubicBezTo>
                <a:lnTo>
                  <a:pt x="251840" y="119292"/>
                </a:lnTo>
                <a:cubicBezTo>
                  <a:pt x="266481" y="119292"/>
                  <a:pt x="278350" y="131161"/>
                  <a:pt x="278350" y="145802"/>
                </a:cubicBezTo>
                <a:close/>
              </a:path>
            </a:pathLst>
          </a:custGeom>
          <a:noFill/>
          <a:ln w="9943">
            <a:solidFill>
              <a:srgbClr val="C98A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8935" y="1962052"/>
            <a:ext cx="372602" cy="15905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C98AA0"/>
                </a:solidFill>
                <a:latin typeface="Roboto"/>
              </a:rPr>
              <a:t>Tools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141516" y="2200637"/>
            <a:ext cx="981370" cy="397429"/>
            <a:chOff x="1141516" y="2200637"/>
            <a:chExt cx="981370" cy="397429"/>
          </a:xfrm>
        </p:grpSpPr>
        <p:sp>
          <p:nvSpPr>
            <p:cNvPr id="14" name="TextBox 13"/>
            <p:cNvSpPr txBox="1"/>
            <p:nvPr/>
          </p:nvSpPr>
          <p:spPr>
            <a:xfrm>
              <a:off x="1067914" y="2200637"/>
              <a:ext cx="1128575" cy="132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EEF1F0"/>
                  </a:solidFill>
                  <a:latin typeface="Roboto"/>
                </a:rPr>
                <a:t>El motor de decisión.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67914" y="2333034"/>
              <a:ext cx="1128575" cy="132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EEF1F0"/>
                  </a:solidFill>
                  <a:latin typeface="Roboto"/>
                </a:rPr>
                <a:t>Interpreta el contexto,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67914" y="2465527"/>
              <a:ext cx="1128575" cy="1325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EEF1F0"/>
                  </a:solidFill>
                  <a:latin typeface="Roboto"/>
                </a:rPr>
                <a:t>razona y decide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497803" y="2200628"/>
            <a:ext cx="1131836" cy="529885"/>
            <a:chOff x="2497803" y="2200628"/>
            <a:chExt cx="1131836" cy="529885"/>
          </a:xfrm>
        </p:grpSpPr>
        <p:sp>
          <p:nvSpPr>
            <p:cNvPr id="18" name="TextBox 17"/>
            <p:cNvSpPr txBox="1"/>
            <p:nvPr/>
          </p:nvSpPr>
          <p:spPr>
            <a:xfrm>
              <a:off x="2412916" y="2200628"/>
              <a:ext cx="1301611" cy="132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EEF1F0"/>
                  </a:solidFill>
                  <a:latin typeface="Roboto"/>
                </a:rPr>
                <a:t>La memoria de la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412916" y="2333120"/>
              <a:ext cx="1301611" cy="132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EEF1F0"/>
                  </a:solidFill>
                  <a:latin typeface="Roboto"/>
                </a:rPr>
                <a:t>interacción.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12916" y="2465613"/>
              <a:ext cx="1301611" cy="132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EEF1F0"/>
                  </a:solidFill>
                  <a:latin typeface="Roboto"/>
                </a:rPr>
                <a:t>Mantienen el contexto de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412916" y="2598011"/>
              <a:ext cx="1301611" cy="1325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EEF1F0"/>
                  </a:solidFill>
                  <a:latin typeface="Roboto"/>
                </a:rPr>
                <a:t>la conversación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975009" y="2200637"/>
            <a:ext cx="1040453" cy="397429"/>
            <a:chOff x="3975009" y="2200637"/>
            <a:chExt cx="1040453" cy="397429"/>
          </a:xfrm>
        </p:grpSpPr>
        <p:sp>
          <p:nvSpPr>
            <p:cNvPr id="23" name="TextBox 22"/>
            <p:cNvSpPr txBox="1"/>
            <p:nvPr/>
          </p:nvSpPr>
          <p:spPr>
            <a:xfrm>
              <a:off x="3896976" y="2200637"/>
              <a:ext cx="1196520" cy="132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EEF1F0"/>
                  </a:solidFill>
                  <a:latin typeface="Roboto"/>
                </a:rPr>
                <a:t>La conexión con el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96976" y="2333034"/>
              <a:ext cx="1196520" cy="132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EEF1F0"/>
                  </a:solidFill>
                  <a:latin typeface="Roboto"/>
                </a:rPr>
                <a:t>mundo exterior.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896976" y="2465527"/>
              <a:ext cx="1196520" cy="1325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EEF1F0"/>
                  </a:solidFill>
                  <a:latin typeface="Roboto"/>
                </a:rPr>
                <a:t>APIs, datos y acciones.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6305550" y="2278421"/>
            <a:ext cx="2095594" cy="38081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EEF1F0"/>
                </a:solidFill>
                <a:latin typeface="Roboto"/>
              </a:rPr>
              <a:t>LangChain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64164" y="2975732"/>
            <a:ext cx="251840" cy="304859"/>
          </a:xfrm>
          <a:custGeom>
            <a:avLst/>
            <a:gdLst/>
            <a:ahLst/>
            <a:cxnLst/>
            <a:rect l="0" t="0" r="0" b="0"/>
            <a:pathLst>
              <a:path w="251840" h="304859">
                <a:moveTo>
                  <a:pt x="247956" y="53019"/>
                </a:moveTo>
                <a:cubicBezTo>
                  <a:pt x="250442" y="55504"/>
                  <a:pt x="251839" y="58875"/>
                  <a:pt x="251840" y="62390"/>
                </a:cubicBezTo>
                <a:lnTo>
                  <a:pt x="251840" y="291604"/>
                </a:lnTo>
                <a:cubicBezTo>
                  <a:pt x="251840" y="298925"/>
                  <a:pt x="245906" y="304859"/>
                  <a:pt x="238585" y="304859"/>
                </a:cubicBezTo>
                <a:lnTo>
                  <a:pt x="13254" y="304859"/>
                </a:lnTo>
                <a:cubicBezTo>
                  <a:pt x="5934" y="304859"/>
                  <a:pt x="0" y="298925"/>
                  <a:pt x="0" y="291604"/>
                </a:cubicBezTo>
                <a:lnTo>
                  <a:pt x="0" y="13254"/>
                </a:lnTo>
                <a:cubicBezTo>
                  <a:pt x="0" y="5934"/>
                  <a:pt x="5934" y="0"/>
                  <a:pt x="13254" y="0"/>
                </a:cubicBezTo>
                <a:lnTo>
                  <a:pt x="189450" y="0"/>
                </a:lnTo>
                <a:cubicBezTo>
                  <a:pt x="192965" y="0"/>
                  <a:pt x="196336" y="1397"/>
                  <a:pt x="198821" y="3883"/>
                </a:cubicBezTo>
                <a:close/>
                <a:moveTo>
                  <a:pt x="46391" y="205448"/>
                </a:moveTo>
                <a:lnTo>
                  <a:pt x="205448" y="205448"/>
                </a:lnTo>
                <a:moveTo>
                  <a:pt x="46391" y="245213"/>
                </a:moveTo>
                <a:lnTo>
                  <a:pt x="205448" y="245213"/>
                </a:lnTo>
                <a:moveTo>
                  <a:pt x="46391" y="165684"/>
                </a:moveTo>
                <a:lnTo>
                  <a:pt x="205448" y="165684"/>
                </a:lnTo>
                <a:moveTo>
                  <a:pt x="46391" y="125920"/>
                </a:moveTo>
                <a:lnTo>
                  <a:pt x="205448" y="125920"/>
                </a:lnTo>
                <a:moveTo>
                  <a:pt x="46391" y="86155"/>
                </a:moveTo>
                <a:lnTo>
                  <a:pt x="139175" y="86155"/>
                </a:lnTo>
                <a:moveTo>
                  <a:pt x="139175" y="86155"/>
                </a:moveTo>
                <a:lnTo>
                  <a:pt x="46391" y="86155"/>
                </a:lnTo>
                <a:moveTo>
                  <a:pt x="205448" y="125920"/>
                </a:moveTo>
                <a:lnTo>
                  <a:pt x="46391" y="125920"/>
                </a:lnTo>
                <a:moveTo>
                  <a:pt x="205448" y="165684"/>
                </a:moveTo>
                <a:lnTo>
                  <a:pt x="46391" y="165684"/>
                </a:lnTo>
                <a:moveTo>
                  <a:pt x="205448" y="205448"/>
                </a:moveTo>
                <a:lnTo>
                  <a:pt x="46391" y="205448"/>
                </a:lnTo>
                <a:moveTo>
                  <a:pt x="205448" y="245213"/>
                </a:moveTo>
                <a:lnTo>
                  <a:pt x="46391" y="245213"/>
                </a:lnTo>
              </a:path>
            </a:pathLst>
          </a:custGeom>
          <a:noFill/>
          <a:ln w="9943">
            <a:solidFill>
              <a:srgbClr val="A08A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984928" y="2975692"/>
            <a:ext cx="291605" cy="291604"/>
          </a:xfrm>
          <a:custGeom>
            <a:avLst/>
            <a:gdLst/>
            <a:ahLst/>
            <a:cxnLst/>
            <a:rect l="0" t="0" r="0" b="0"/>
            <a:pathLst>
              <a:path w="291605" h="291604">
                <a:moveTo>
                  <a:pt x="0" y="185566"/>
                </a:moveTo>
                <a:lnTo>
                  <a:pt x="291605" y="185566"/>
                </a:lnTo>
                <a:moveTo>
                  <a:pt x="13254" y="0"/>
                </a:moveTo>
                <a:lnTo>
                  <a:pt x="278350" y="0"/>
                </a:lnTo>
                <a:cubicBezTo>
                  <a:pt x="278350" y="0"/>
                  <a:pt x="291605" y="0"/>
                  <a:pt x="291605" y="13254"/>
                </a:cubicBezTo>
                <a:lnTo>
                  <a:pt x="291605" y="278350"/>
                </a:lnTo>
                <a:cubicBezTo>
                  <a:pt x="291605" y="278350"/>
                  <a:pt x="291605" y="291604"/>
                  <a:pt x="278350" y="291604"/>
                </a:cubicBezTo>
                <a:lnTo>
                  <a:pt x="13254" y="291604"/>
                </a:lnTo>
                <a:cubicBezTo>
                  <a:pt x="13254" y="291604"/>
                  <a:pt x="0" y="291604"/>
                  <a:pt x="0" y="278350"/>
                </a:cubicBezTo>
                <a:lnTo>
                  <a:pt x="0" y="13254"/>
                </a:lnTo>
                <a:cubicBezTo>
                  <a:pt x="0" y="13254"/>
                  <a:pt x="0" y="0"/>
                  <a:pt x="13254" y="0"/>
                </a:cubicBezTo>
                <a:moveTo>
                  <a:pt x="0" y="79528"/>
                </a:moveTo>
                <a:lnTo>
                  <a:pt x="291605" y="79528"/>
                </a:lnTo>
                <a:moveTo>
                  <a:pt x="145802" y="79952"/>
                </a:moveTo>
                <a:lnTo>
                  <a:pt x="145802" y="291604"/>
                </a:lnTo>
              </a:path>
            </a:pathLst>
          </a:custGeom>
          <a:noFill/>
          <a:ln w="9943">
            <a:solidFill>
              <a:srgbClr val="8A8A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09937" y="2783770"/>
            <a:ext cx="2535617" cy="2539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EEF1F0"/>
                </a:solidFill>
                <a:latin typeface="Roboto"/>
              </a:rPr>
              <a:t>La anatomía de un agente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79776" y="1571031"/>
            <a:ext cx="304859" cy="304859"/>
          </a:xfrm>
          <a:custGeom>
            <a:avLst/>
            <a:gdLst/>
            <a:ahLst/>
            <a:cxnLst/>
            <a:rect l="0" t="0" r="0" b="0"/>
            <a:pathLst>
              <a:path w="304859" h="304859">
                <a:moveTo>
                  <a:pt x="66273" y="53019"/>
                </a:moveTo>
                <a:lnTo>
                  <a:pt x="238585" y="53019"/>
                </a:lnTo>
                <a:cubicBezTo>
                  <a:pt x="238585" y="53019"/>
                  <a:pt x="251840" y="53019"/>
                  <a:pt x="251840" y="66273"/>
                </a:cubicBezTo>
                <a:lnTo>
                  <a:pt x="251840" y="238585"/>
                </a:lnTo>
                <a:cubicBezTo>
                  <a:pt x="251840" y="238585"/>
                  <a:pt x="251840" y="251840"/>
                  <a:pt x="238585" y="251840"/>
                </a:cubicBezTo>
                <a:lnTo>
                  <a:pt x="66273" y="251840"/>
                </a:lnTo>
                <a:cubicBezTo>
                  <a:pt x="66273" y="251840"/>
                  <a:pt x="53019" y="251840"/>
                  <a:pt x="53019" y="238585"/>
                </a:cubicBezTo>
                <a:lnTo>
                  <a:pt x="53019" y="66273"/>
                </a:lnTo>
                <a:cubicBezTo>
                  <a:pt x="53019" y="66273"/>
                  <a:pt x="53019" y="53019"/>
                  <a:pt x="66273" y="53019"/>
                </a:cubicBezTo>
                <a:moveTo>
                  <a:pt x="152429" y="0"/>
                </a:moveTo>
                <a:lnTo>
                  <a:pt x="152429" y="53019"/>
                </a:lnTo>
                <a:moveTo>
                  <a:pt x="92783" y="0"/>
                </a:moveTo>
                <a:lnTo>
                  <a:pt x="92783" y="53019"/>
                </a:lnTo>
                <a:moveTo>
                  <a:pt x="212076" y="0"/>
                </a:moveTo>
                <a:lnTo>
                  <a:pt x="212076" y="53019"/>
                </a:lnTo>
                <a:moveTo>
                  <a:pt x="0" y="152429"/>
                </a:moveTo>
                <a:lnTo>
                  <a:pt x="53019" y="152429"/>
                </a:lnTo>
                <a:moveTo>
                  <a:pt x="0" y="212076"/>
                </a:moveTo>
                <a:lnTo>
                  <a:pt x="53019" y="212076"/>
                </a:lnTo>
                <a:moveTo>
                  <a:pt x="0" y="92783"/>
                </a:moveTo>
                <a:lnTo>
                  <a:pt x="53019" y="92783"/>
                </a:lnTo>
                <a:moveTo>
                  <a:pt x="152429" y="304859"/>
                </a:moveTo>
                <a:lnTo>
                  <a:pt x="152429" y="251840"/>
                </a:lnTo>
                <a:moveTo>
                  <a:pt x="212076" y="304859"/>
                </a:moveTo>
                <a:lnTo>
                  <a:pt x="212076" y="251840"/>
                </a:lnTo>
                <a:moveTo>
                  <a:pt x="92783" y="304859"/>
                </a:moveTo>
                <a:lnTo>
                  <a:pt x="92783" y="251840"/>
                </a:lnTo>
                <a:moveTo>
                  <a:pt x="304859" y="152429"/>
                </a:moveTo>
                <a:lnTo>
                  <a:pt x="251840" y="152429"/>
                </a:lnTo>
                <a:moveTo>
                  <a:pt x="304859" y="92783"/>
                </a:moveTo>
                <a:lnTo>
                  <a:pt x="251840" y="92783"/>
                </a:lnTo>
                <a:moveTo>
                  <a:pt x="304859" y="212076"/>
                </a:moveTo>
                <a:lnTo>
                  <a:pt x="251840" y="212076"/>
                </a:lnTo>
                <a:moveTo>
                  <a:pt x="106038" y="79528"/>
                </a:moveTo>
                <a:cubicBezTo>
                  <a:pt x="79528" y="79528"/>
                  <a:pt x="79528" y="106038"/>
                  <a:pt x="79528" y="106038"/>
                </a:cubicBezTo>
                <a:lnTo>
                  <a:pt x="79528" y="198821"/>
                </a:lnTo>
                <a:cubicBezTo>
                  <a:pt x="79528" y="225330"/>
                  <a:pt x="106038" y="225330"/>
                  <a:pt x="106038" y="225330"/>
                </a:cubicBezTo>
                <a:lnTo>
                  <a:pt x="198821" y="225330"/>
                </a:lnTo>
                <a:cubicBezTo>
                  <a:pt x="225331" y="225330"/>
                  <a:pt x="225331" y="198821"/>
                  <a:pt x="225331" y="198821"/>
                </a:cubicBezTo>
                <a:lnTo>
                  <a:pt x="225331" y="106038"/>
                </a:lnTo>
                <a:cubicBezTo>
                  <a:pt x="225331" y="79528"/>
                  <a:pt x="198821" y="79528"/>
                  <a:pt x="198821" y="79528"/>
                </a:cubicBezTo>
                <a:lnTo>
                  <a:pt x="106038" y="79528"/>
                </a:lnTo>
                <a:moveTo>
                  <a:pt x="119292" y="119292"/>
                </a:moveTo>
                <a:lnTo>
                  <a:pt x="172311" y="119292"/>
                </a:lnTo>
                <a:moveTo>
                  <a:pt x="119292" y="145802"/>
                </a:moveTo>
                <a:lnTo>
                  <a:pt x="145802" y="145802"/>
                </a:lnTo>
                <a:moveTo>
                  <a:pt x="159057" y="185566"/>
                </a:moveTo>
                <a:lnTo>
                  <a:pt x="185566" y="185566"/>
                </a:lnTo>
              </a:path>
            </a:pathLst>
          </a:custGeom>
          <a:noFill/>
          <a:ln w="9943">
            <a:solidFill>
              <a:srgbClr val="7FB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73288" y="3366752"/>
            <a:ext cx="1033584" cy="15905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A08AB8"/>
                </a:solidFill>
                <a:latin typeface="Roboto"/>
              </a:rPr>
              <a:t>System prompt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04663" y="848647"/>
            <a:ext cx="310134" cy="305522"/>
          </a:xfrm>
          <a:custGeom>
            <a:avLst/>
            <a:gdLst/>
            <a:ahLst/>
            <a:cxnLst/>
            <a:rect l="0" t="0" r="0" b="0"/>
            <a:pathLst>
              <a:path w="310134" h="305522">
                <a:moveTo>
                  <a:pt x="48035" y="78865"/>
                </a:moveTo>
                <a:cubicBezTo>
                  <a:pt x="59016" y="78865"/>
                  <a:pt x="67917" y="69964"/>
                  <a:pt x="67917" y="58983"/>
                </a:cubicBezTo>
                <a:cubicBezTo>
                  <a:pt x="67917" y="48003"/>
                  <a:pt x="59016" y="39101"/>
                  <a:pt x="48035" y="39101"/>
                </a:cubicBezTo>
                <a:cubicBezTo>
                  <a:pt x="37055" y="39101"/>
                  <a:pt x="28153" y="48003"/>
                  <a:pt x="28153" y="58983"/>
                </a:cubicBezTo>
                <a:cubicBezTo>
                  <a:pt x="28153" y="69964"/>
                  <a:pt x="37055" y="78865"/>
                  <a:pt x="48035" y="78865"/>
                </a:cubicBezTo>
                <a:close/>
                <a:moveTo>
                  <a:pt x="0" y="0"/>
                </a:moveTo>
                <a:moveTo>
                  <a:pt x="67917" y="58983"/>
                </a:moveTo>
                <a:lnTo>
                  <a:pt x="139148" y="58983"/>
                </a:lnTo>
                <a:moveTo>
                  <a:pt x="29823" y="178276"/>
                </a:moveTo>
                <a:cubicBezTo>
                  <a:pt x="40803" y="178276"/>
                  <a:pt x="49705" y="169374"/>
                  <a:pt x="49705" y="158394"/>
                </a:cubicBezTo>
                <a:cubicBezTo>
                  <a:pt x="49705" y="147414"/>
                  <a:pt x="40803" y="138512"/>
                  <a:pt x="29823" y="138512"/>
                </a:cubicBezTo>
                <a:cubicBezTo>
                  <a:pt x="18842" y="138512"/>
                  <a:pt x="9941" y="147414"/>
                  <a:pt x="9941" y="158394"/>
                </a:cubicBezTo>
                <a:cubicBezTo>
                  <a:pt x="9941" y="169374"/>
                  <a:pt x="18842" y="178276"/>
                  <a:pt x="29823" y="178276"/>
                </a:cubicBezTo>
                <a:close/>
                <a:moveTo>
                  <a:pt x="0" y="0"/>
                </a:moveTo>
                <a:moveTo>
                  <a:pt x="49705" y="158394"/>
                </a:moveTo>
                <a:lnTo>
                  <a:pt x="139148" y="158394"/>
                </a:lnTo>
                <a:moveTo>
                  <a:pt x="48035" y="277687"/>
                </a:moveTo>
                <a:cubicBezTo>
                  <a:pt x="59016" y="277687"/>
                  <a:pt x="67917" y="268785"/>
                  <a:pt x="67917" y="257805"/>
                </a:cubicBezTo>
                <a:cubicBezTo>
                  <a:pt x="67917" y="246824"/>
                  <a:pt x="59016" y="237923"/>
                  <a:pt x="48035" y="237923"/>
                </a:cubicBezTo>
                <a:cubicBezTo>
                  <a:pt x="37055" y="237923"/>
                  <a:pt x="28153" y="246824"/>
                  <a:pt x="28153" y="257805"/>
                </a:cubicBezTo>
                <a:cubicBezTo>
                  <a:pt x="28153" y="268785"/>
                  <a:pt x="37055" y="277687"/>
                  <a:pt x="48035" y="277687"/>
                </a:cubicBezTo>
                <a:close/>
                <a:moveTo>
                  <a:pt x="0" y="0"/>
                </a:moveTo>
                <a:moveTo>
                  <a:pt x="67930" y="257805"/>
                </a:moveTo>
                <a:lnTo>
                  <a:pt x="139148" y="257805"/>
                </a:lnTo>
                <a:moveTo>
                  <a:pt x="74545" y="211413"/>
                </a:moveTo>
                <a:lnTo>
                  <a:pt x="101054" y="211413"/>
                </a:lnTo>
                <a:lnTo>
                  <a:pt x="101054" y="257730"/>
                </a:lnTo>
                <a:moveTo>
                  <a:pt x="93592" y="112002"/>
                </a:moveTo>
                <a:lnTo>
                  <a:pt x="139148" y="112002"/>
                </a:lnTo>
                <a:moveTo>
                  <a:pt x="139148" y="12592"/>
                </a:moveTo>
                <a:cubicBezTo>
                  <a:pt x="246512" y="12592"/>
                  <a:pt x="269045" y="100073"/>
                  <a:pt x="307483" y="199484"/>
                </a:cubicBezTo>
                <a:cubicBezTo>
                  <a:pt x="310134" y="207437"/>
                  <a:pt x="304833" y="215389"/>
                  <a:pt x="296880" y="215389"/>
                </a:cubicBezTo>
                <a:lnTo>
                  <a:pt x="269045" y="215389"/>
                </a:lnTo>
                <a:lnTo>
                  <a:pt x="269045" y="260456"/>
                </a:lnTo>
                <a:cubicBezTo>
                  <a:pt x="269045" y="285640"/>
                  <a:pt x="249163" y="305522"/>
                  <a:pt x="223978" y="305522"/>
                </a:cubicBezTo>
                <a:lnTo>
                  <a:pt x="139148" y="305522"/>
                </a:lnTo>
                <a:close/>
                <a:moveTo>
                  <a:pt x="229265" y="231295"/>
                </a:moveTo>
                <a:cubicBezTo>
                  <a:pt x="235892" y="244550"/>
                  <a:pt x="255774" y="244550"/>
                  <a:pt x="269029" y="244550"/>
                </a:cubicBezTo>
                <a:moveTo>
                  <a:pt x="222653" y="142487"/>
                </a:moveTo>
                <a:cubicBezTo>
                  <a:pt x="221190" y="142487"/>
                  <a:pt x="220002" y="143675"/>
                  <a:pt x="220002" y="145138"/>
                </a:cubicBezTo>
                <a:cubicBezTo>
                  <a:pt x="220002" y="146602"/>
                  <a:pt x="221190" y="147789"/>
                  <a:pt x="222653" y="147789"/>
                </a:cubicBezTo>
                <a:moveTo>
                  <a:pt x="222653" y="147789"/>
                </a:moveTo>
                <a:cubicBezTo>
                  <a:pt x="224116" y="147789"/>
                  <a:pt x="225304" y="146602"/>
                  <a:pt x="225304" y="145138"/>
                </a:cubicBezTo>
                <a:cubicBezTo>
                  <a:pt x="225304" y="143675"/>
                  <a:pt x="224116" y="142487"/>
                  <a:pt x="222653" y="142487"/>
                </a:cubicBezTo>
              </a:path>
            </a:pathLst>
          </a:custGeom>
          <a:noFill/>
          <a:ln w="9943">
            <a:solidFill>
              <a:srgbClr val="6F9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5943" y="3366752"/>
            <a:ext cx="1182829" cy="15905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8A8AC0"/>
                </a:solidFill>
                <a:latin typeface="Roboto"/>
              </a:rPr>
              <a:t>Structured output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071294" y="3605337"/>
            <a:ext cx="1837582" cy="397429"/>
            <a:chOff x="1071294" y="3605337"/>
            <a:chExt cx="1837582" cy="397429"/>
          </a:xfrm>
        </p:grpSpPr>
        <p:sp>
          <p:nvSpPr>
            <p:cNvPr id="35" name="TextBox 34"/>
            <p:cNvSpPr txBox="1"/>
            <p:nvPr/>
          </p:nvSpPr>
          <p:spPr>
            <a:xfrm>
              <a:off x="933476" y="3605337"/>
              <a:ext cx="2113219" cy="132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EEF1F0"/>
                  </a:solidFill>
                  <a:latin typeface="Roboto"/>
                </a:rPr>
                <a:t>Las reglas del juego.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33476" y="3737734"/>
              <a:ext cx="2113219" cy="132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EEF1F0"/>
                  </a:solidFill>
                  <a:latin typeface="Roboto"/>
                </a:rPr>
                <a:t>Define el rol, los límites y los criterios que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33476" y="3870227"/>
              <a:ext cx="2113219" cy="1325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EEF1F0"/>
                  </a:solidFill>
                  <a:latin typeface="Roboto"/>
                </a:rPr>
                <a:t>guían al agente.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403189" y="3605337"/>
            <a:ext cx="1468335" cy="397429"/>
            <a:chOff x="3403189" y="3605337"/>
            <a:chExt cx="1468335" cy="397429"/>
          </a:xfrm>
        </p:grpSpPr>
        <p:sp>
          <p:nvSpPr>
            <p:cNvPr id="39" name="TextBox 38"/>
            <p:cNvSpPr txBox="1"/>
            <p:nvPr/>
          </p:nvSpPr>
          <p:spPr>
            <a:xfrm>
              <a:off x="3293064" y="3605337"/>
              <a:ext cx="1688585" cy="1323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1">
                  <a:solidFill>
                    <a:srgbClr val="EEF1F0"/>
                  </a:solidFill>
                  <a:latin typeface="Roboto"/>
                </a:rPr>
                <a:t>Una salida fiable para el sistema.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293064" y="3737734"/>
              <a:ext cx="1688585" cy="132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EEF1F0"/>
                  </a:solidFill>
                  <a:latin typeface="Roboto"/>
                </a:rPr>
                <a:t>Convierte la respuesta en datos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293064" y="3870227"/>
              <a:ext cx="1688585" cy="1325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EEF1F0"/>
                  </a:solidFill>
                  <a:latin typeface="Roboto"/>
                </a:rPr>
                <a:t>estructurados.</a:t>
              </a:r>
            </a:p>
          </p:txBody>
        </p:sp>
      </p:grpSp>
      <p:sp>
        <p:nvSpPr>
          <p:cNvPr id="43" name="Rounded Rectangle 42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19DAB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0525" y="1185862"/>
            <a:ext cx="6128797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EEF1F0"/>
                </a:solidFill>
                <a:latin typeface="Roboto"/>
              </a:rPr>
              <a:t>Elegir la arquitectura correcta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1475" y="1957387"/>
            <a:ext cx="4114800" cy="914400"/>
          </a:xfrm>
          <a:custGeom>
            <a:avLst/>
            <a:gdLst/>
            <a:ahLst/>
            <a:cxnLst/>
            <a:rect l="0" t="0" r="0" b="0"/>
            <a:pathLst>
              <a:path w="4114800" h="9144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4000500" y="0"/>
                </a:moveTo>
                <a:lnTo>
                  <a:pt x="114300" y="0"/>
                </a:lnTo>
                <a:moveTo>
                  <a:pt x="4114800" y="114300"/>
                </a:moveTo>
                <a:cubicBezTo>
                  <a:pt x="4114800" y="51174"/>
                  <a:pt x="4063626" y="0"/>
                  <a:pt x="4000500" y="0"/>
                </a:cubicBezTo>
                <a:moveTo>
                  <a:pt x="4114800" y="800100"/>
                </a:moveTo>
                <a:lnTo>
                  <a:pt x="4114800" y="114300"/>
                </a:lnTo>
                <a:moveTo>
                  <a:pt x="4000500" y="914400"/>
                </a:moveTo>
                <a:cubicBezTo>
                  <a:pt x="4063626" y="914400"/>
                  <a:pt x="4114800" y="863226"/>
                  <a:pt x="4114800" y="800100"/>
                </a:cubicBezTo>
                <a:moveTo>
                  <a:pt x="4000500" y="914400"/>
                </a:moveTo>
                <a:lnTo>
                  <a:pt x="114300" y="914400"/>
                </a:lnTo>
                <a:moveTo>
                  <a:pt x="114300" y="914400"/>
                </a:moveTo>
                <a:cubicBezTo>
                  <a:pt x="51174" y="914400"/>
                  <a:pt x="0" y="863226"/>
                  <a:pt x="0" y="800100"/>
                </a:cubicBezTo>
                <a:moveTo>
                  <a:pt x="0" y="8001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6F9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57725" y="1957387"/>
            <a:ext cx="4114800" cy="914400"/>
          </a:xfrm>
          <a:custGeom>
            <a:avLst/>
            <a:gdLst/>
            <a:ahLst/>
            <a:cxnLst/>
            <a:rect l="0" t="0" r="0" b="0"/>
            <a:pathLst>
              <a:path w="4114800" h="9144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4000500" y="0"/>
                </a:moveTo>
                <a:lnTo>
                  <a:pt x="114300" y="0"/>
                </a:lnTo>
                <a:moveTo>
                  <a:pt x="4114800" y="114300"/>
                </a:moveTo>
                <a:cubicBezTo>
                  <a:pt x="4114800" y="51174"/>
                  <a:pt x="4063626" y="0"/>
                  <a:pt x="4000500" y="0"/>
                </a:cubicBezTo>
                <a:moveTo>
                  <a:pt x="4114800" y="800100"/>
                </a:moveTo>
                <a:lnTo>
                  <a:pt x="4114800" y="114300"/>
                </a:lnTo>
                <a:moveTo>
                  <a:pt x="4000500" y="914400"/>
                </a:moveTo>
                <a:cubicBezTo>
                  <a:pt x="4063626" y="914400"/>
                  <a:pt x="4114800" y="863226"/>
                  <a:pt x="4114800" y="800100"/>
                </a:cubicBezTo>
                <a:moveTo>
                  <a:pt x="4000500" y="914400"/>
                </a:moveTo>
                <a:lnTo>
                  <a:pt x="114300" y="914400"/>
                </a:lnTo>
                <a:moveTo>
                  <a:pt x="114300" y="914400"/>
                </a:moveTo>
                <a:cubicBezTo>
                  <a:pt x="51174" y="914400"/>
                  <a:pt x="0" y="863226"/>
                  <a:pt x="0" y="800100"/>
                </a:cubicBezTo>
                <a:moveTo>
                  <a:pt x="0" y="8001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84A9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195512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19050" y="342900"/>
                </a:moveTo>
                <a:lnTo>
                  <a:pt x="76200" y="342900"/>
                </a:lnTo>
                <a:cubicBezTo>
                  <a:pt x="76200" y="342900"/>
                  <a:pt x="95250" y="342900"/>
                  <a:pt x="95250" y="361950"/>
                </a:cubicBezTo>
                <a:lnTo>
                  <a:pt x="95250" y="419100"/>
                </a:lnTo>
                <a:cubicBezTo>
                  <a:pt x="95250" y="419100"/>
                  <a:pt x="95250" y="438150"/>
                  <a:pt x="76200" y="438150"/>
                </a:cubicBezTo>
                <a:lnTo>
                  <a:pt x="19050" y="438150"/>
                </a:lnTo>
                <a:cubicBezTo>
                  <a:pt x="19050" y="438150"/>
                  <a:pt x="0" y="438150"/>
                  <a:pt x="0" y="419100"/>
                </a:cubicBezTo>
                <a:lnTo>
                  <a:pt x="0" y="361950"/>
                </a:lnTo>
                <a:cubicBezTo>
                  <a:pt x="0" y="361950"/>
                  <a:pt x="0" y="342900"/>
                  <a:pt x="19050" y="342900"/>
                </a:cubicBezTo>
                <a:moveTo>
                  <a:pt x="361950" y="0"/>
                </a:moveTo>
                <a:lnTo>
                  <a:pt x="419100" y="0"/>
                </a:lnTo>
                <a:cubicBezTo>
                  <a:pt x="419100" y="0"/>
                  <a:pt x="438150" y="0"/>
                  <a:pt x="438150" y="19050"/>
                </a:cubicBezTo>
                <a:lnTo>
                  <a:pt x="438150" y="76200"/>
                </a:lnTo>
                <a:cubicBezTo>
                  <a:pt x="438150" y="76200"/>
                  <a:pt x="438150" y="95250"/>
                  <a:pt x="419100" y="95250"/>
                </a:cubicBezTo>
                <a:lnTo>
                  <a:pt x="361950" y="95250"/>
                </a:lnTo>
                <a:cubicBezTo>
                  <a:pt x="361950" y="95250"/>
                  <a:pt x="342900" y="95250"/>
                  <a:pt x="342900" y="76200"/>
                </a:cubicBezTo>
                <a:lnTo>
                  <a:pt x="342900" y="19050"/>
                </a:lnTo>
                <a:cubicBezTo>
                  <a:pt x="342900" y="19050"/>
                  <a:pt x="342900" y="0"/>
                  <a:pt x="361950" y="0"/>
                </a:cubicBezTo>
                <a:moveTo>
                  <a:pt x="89649" y="348500"/>
                </a:moveTo>
                <a:lnTo>
                  <a:pt x="348500" y="89649"/>
                </a:lnTo>
              </a:path>
            </a:pathLst>
          </a:custGeom>
          <a:noFill/>
          <a:ln w="14287">
            <a:solidFill>
              <a:srgbClr val="6F9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1575" y="2185987"/>
            <a:ext cx="1401739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6F93B8"/>
                </a:solidFill>
                <a:latin typeface="Roboto"/>
              </a:rPr>
              <a:t>Flujo determinista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86325" y="2185987"/>
            <a:ext cx="450961" cy="442912"/>
          </a:xfrm>
          <a:custGeom>
            <a:avLst/>
            <a:gdLst/>
            <a:ahLst/>
            <a:cxnLst/>
            <a:rect l="0" t="0" r="0" b="0"/>
            <a:pathLst>
              <a:path w="450961" h="442912">
                <a:moveTo>
                  <a:pt x="42651" y="376237"/>
                </a:moveTo>
                <a:cubicBezTo>
                  <a:pt x="58433" y="376237"/>
                  <a:pt x="71226" y="363443"/>
                  <a:pt x="71226" y="347662"/>
                </a:cubicBezTo>
                <a:cubicBezTo>
                  <a:pt x="71226" y="331881"/>
                  <a:pt x="58433" y="319087"/>
                  <a:pt x="42651" y="319087"/>
                </a:cubicBezTo>
                <a:cubicBezTo>
                  <a:pt x="26870" y="319087"/>
                  <a:pt x="14077" y="331881"/>
                  <a:pt x="14077" y="347662"/>
                </a:cubicBezTo>
                <a:cubicBezTo>
                  <a:pt x="14077" y="363443"/>
                  <a:pt x="26870" y="376237"/>
                  <a:pt x="42651" y="376237"/>
                </a:cubicBezTo>
                <a:close/>
                <a:moveTo>
                  <a:pt x="168383" y="287689"/>
                </a:moveTo>
                <a:cubicBezTo>
                  <a:pt x="184165" y="287689"/>
                  <a:pt x="196959" y="274895"/>
                  <a:pt x="196959" y="259114"/>
                </a:cubicBezTo>
                <a:cubicBezTo>
                  <a:pt x="196959" y="243333"/>
                  <a:pt x="184165" y="230539"/>
                  <a:pt x="168383" y="230539"/>
                </a:cubicBezTo>
                <a:cubicBezTo>
                  <a:pt x="152602" y="230539"/>
                  <a:pt x="139808" y="243333"/>
                  <a:pt x="139808" y="259114"/>
                </a:cubicBezTo>
                <a:cubicBezTo>
                  <a:pt x="139808" y="274895"/>
                  <a:pt x="152602" y="287689"/>
                  <a:pt x="168383" y="287689"/>
                </a:cubicBezTo>
                <a:close/>
                <a:moveTo>
                  <a:pt x="0" y="0"/>
                </a:moveTo>
                <a:moveTo>
                  <a:pt x="168383" y="287689"/>
                </a:moveTo>
                <a:lnTo>
                  <a:pt x="168383" y="442912"/>
                </a:lnTo>
                <a:moveTo>
                  <a:pt x="71226" y="347662"/>
                </a:moveTo>
                <a:lnTo>
                  <a:pt x="87314" y="347662"/>
                </a:lnTo>
                <a:cubicBezTo>
                  <a:pt x="99380" y="347662"/>
                  <a:pt x="107423" y="355282"/>
                  <a:pt x="107423" y="366712"/>
                </a:cubicBezTo>
                <a:lnTo>
                  <a:pt x="107423" y="442912"/>
                </a:lnTo>
                <a:moveTo>
                  <a:pt x="292207" y="376237"/>
                </a:moveTo>
                <a:cubicBezTo>
                  <a:pt x="307988" y="376237"/>
                  <a:pt x="320782" y="363443"/>
                  <a:pt x="320782" y="347662"/>
                </a:cubicBezTo>
                <a:cubicBezTo>
                  <a:pt x="320782" y="331881"/>
                  <a:pt x="307988" y="319087"/>
                  <a:pt x="292207" y="319087"/>
                </a:cubicBezTo>
                <a:cubicBezTo>
                  <a:pt x="276426" y="319087"/>
                  <a:pt x="263632" y="331881"/>
                  <a:pt x="263632" y="347662"/>
                </a:cubicBezTo>
                <a:cubicBezTo>
                  <a:pt x="263632" y="363443"/>
                  <a:pt x="276426" y="376237"/>
                  <a:pt x="292207" y="376237"/>
                </a:cubicBezTo>
                <a:close/>
                <a:moveTo>
                  <a:pt x="263632" y="347662"/>
                </a:moveTo>
                <a:lnTo>
                  <a:pt x="248392" y="347662"/>
                </a:lnTo>
                <a:cubicBezTo>
                  <a:pt x="236962" y="347662"/>
                  <a:pt x="229342" y="355282"/>
                  <a:pt x="229342" y="366712"/>
                </a:cubicBezTo>
                <a:lnTo>
                  <a:pt x="229342" y="442912"/>
                </a:lnTo>
                <a:moveTo>
                  <a:pt x="0" y="0"/>
                </a:moveTo>
                <a:moveTo>
                  <a:pt x="116946" y="191452"/>
                </a:moveTo>
                <a:lnTo>
                  <a:pt x="109326" y="181926"/>
                </a:lnTo>
                <a:cubicBezTo>
                  <a:pt x="105516" y="176211"/>
                  <a:pt x="95991" y="174306"/>
                  <a:pt x="90276" y="178116"/>
                </a:cubicBezTo>
                <a:lnTo>
                  <a:pt x="71226" y="189546"/>
                </a:lnTo>
                <a:cubicBezTo>
                  <a:pt x="55986" y="199070"/>
                  <a:pt x="36936" y="181926"/>
                  <a:pt x="44556" y="164781"/>
                </a:cubicBezTo>
                <a:lnTo>
                  <a:pt x="54081" y="145731"/>
                </a:lnTo>
                <a:cubicBezTo>
                  <a:pt x="57891" y="138111"/>
                  <a:pt x="54081" y="130491"/>
                  <a:pt x="48366" y="126681"/>
                </a:cubicBezTo>
                <a:lnTo>
                  <a:pt x="29316" y="117156"/>
                </a:lnTo>
                <a:cubicBezTo>
                  <a:pt x="12171" y="107631"/>
                  <a:pt x="17886" y="82866"/>
                  <a:pt x="36936" y="80961"/>
                </a:cubicBezTo>
                <a:lnTo>
                  <a:pt x="57891" y="79056"/>
                </a:lnTo>
                <a:cubicBezTo>
                  <a:pt x="65511" y="79056"/>
                  <a:pt x="71226" y="71436"/>
                  <a:pt x="71226" y="63816"/>
                </a:cubicBezTo>
                <a:lnTo>
                  <a:pt x="71226" y="42861"/>
                </a:lnTo>
                <a:cubicBezTo>
                  <a:pt x="71226" y="23811"/>
                  <a:pt x="94086" y="16191"/>
                  <a:pt x="105516" y="31431"/>
                </a:cubicBezTo>
                <a:lnTo>
                  <a:pt x="118851" y="48576"/>
                </a:lnTo>
                <a:cubicBezTo>
                  <a:pt x="122661" y="54291"/>
                  <a:pt x="132186" y="56196"/>
                  <a:pt x="137901" y="52386"/>
                </a:cubicBezTo>
                <a:lnTo>
                  <a:pt x="156951" y="40956"/>
                </a:lnTo>
                <a:cubicBezTo>
                  <a:pt x="172191" y="31431"/>
                  <a:pt x="191241" y="48576"/>
                  <a:pt x="183621" y="65721"/>
                </a:cubicBezTo>
                <a:lnTo>
                  <a:pt x="174096" y="84771"/>
                </a:lnTo>
                <a:cubicBezTo>
                  <a:pt x="170286" y="92391"/>
                  <a:pt x="174096" y="100011"/>
                  <a:pt x="179811" y="103821"/>
                </a:cubicBezTo>
                <a:lnTo>
                  <a:pt x="198861" y="113346"/>
                </a:lnTo>
                <a:cubicBezTo>
                  <a:pt x="216006" y="122871"/>
                  <a:pt x="210291" y="147636"/>
                  <a:pt x="191241" y="149541"/>
                </a:cubicBezTo>
                <a:lnTo>
                  <a:pt x="170286" y="151446"/>
                </a:lnTo>
                <a:cubicBezTo>
                  <a:pt x="162666" y="151446"/>
                  <a:pt x="156951" y="159066"/>
                  <a:pt x="156951" y="166686"/>
                </a:cubicBezTo>
                <a:lnTo>
                  <a:pt x="156951" y="178116"/>
                </a:lnTo>
                <a:moveTo>
                  <a:pt x="0" y="0"/>
                </a:moveTo>
                <a:moveTo>
                  <a:pt x="372238" y="45209"/>
                </a:moveTo>
                <a:lnTo>
                  <a:pt x="378797" y="66530"/>
                </a:lnTo>
                <a:cubicBezTo>
                  <a:pt x="380438" y="74731"/>
                  <a:pt x="388639" y="78011"/>
                  <a:pt x="396838" y="76371"/>
                </a:cubicBezTo>
                <a:lnTo>
                  <a:pt x="418160" y="71451"/>
                </a:lnTo>
                <a:cubicBezTo>
                  <a:pt x="437841" y="66530"/>
                  <a:pt x="450961" y="89491"/>
                  <a:pt x="437841" y="104252"/>
                </a:cubicBezTo>
                <a:lnTo>
                  <a:pt x="423079" y="120652"/>
                </a:lnTo>
                <a:cubicBezTo>
                  <a:pt x="418160" y="127213"/>
                  <a:pt x="418160" y="135413"/>
                  <a:pt x="423079" y="140333"/>
                </a:cubicBezTo>
                <a:lnTo>
                  <a:pt x="437841" y="156734"/>
                </a:lnTo>
                <a:cubicBezTo>
                  <a:pt x="450961" y="171494"/>
                  <a:pt x="437841" y="194454"/>
                  <a:pt x="418160" y="189535"/>
                </a:cubicBezTo>
                <a:lnTo>
                  <a:pt x="396838" y="184615"/>
                </a:lnTo>
                <a:cubicBezTo>
                  <a:pt x="388639" y="182975"/>
                  <a:pt x="382078" y="187895"/>
                  <a:pt x="378797" y="194456"/>
                </a:cubicBezTo>
                <a:lnTo>
                  <a:pt x="372238" y="215777"/>
                </a:lnTo>
                <a:cubicBezTo>
                  <a:pt x="365678" y="235458"/>
                  <a:pt x="339436" y="235458"/>
                  <a:pt x="334516" y="215777"/>
                </a:cubicBezTo>
                <a:lnTo>
                  <a:pt x="327957" y="194456"/>
                </a:lnTo>
                <a:cubicBezTo>
                  <a:pt x="326316" y="186255"/>
                  <a:pt x="318115" y="182975"/>
                  <a:pt x="309914" y="184615"/>
                </a:cubicBezTo>
                <a:lnTo>
                  <a:pt x="288594" y="189535"/>
                </a:lnTo>
                <a:cubicBezTo>
                  <a:pt x="268913" y="194454"/>
                  <a:pt x="255793" y="171494"/>
                  <a:pt x="268913" y="156734"/>
                </a:cubicBezTo>
                <a:lnTo>
                  <a:pt x="283675" y="140333"/>
                </a:lnTo>
                <a:cubicBezTo>
                  <a:pt x="288594" y="133773"/>
                  <a:pt x="288594" y="125573"/>
                  <a:pt x="283675" y="120652"/>
                </a:cubicBezTo>
                <a:lnTo>
                  <a:pt x="268913" y="104252"/>
                </a:lnTo>
                <a:cubicBezTo>
                  <a:pt x="255793" y="89491"/>
                  <a:pt x="268913" y="66530"/>
                  <a:pt x="288594" y="71451"/>
                </a:cubicBezTo>
                <a:lnTo>
                  <a:pt x="309914" y="76371"/>
                </a:lnTo>
                <a:cubicBezTo>
                  <a:pt x="318115" y="78011"/>
                  <a:pt x="324676" y="73091"/>
                  <a:pt x="327957" y="66530"/>
                </a:cubicBezTo>
                <a:lnTo>
                  <a:pt x="334516" y="45209"/>
                </a:lnTo>
                <a:cubicBezTo>
                  <a:pt x="339436" y="25529"/>
                  <a:pt x="367318" y="25529"/>
                  <a:pt x="372238" y="45209"/>
                </a:cubicBezTo>
                <a:close/>
                <a:moveTo>
                  <a:pt x="114089" y="137065"/>
                </a:moveTo>
                <a:cubicBezTo>
                  <a:pt x="125542" y="137065"/>
                  <a:pt x="134826" y="127780"/>
                  <a:pt x="134826" y="116327"/>
                </a:cubicBezTo>
                <a:cubicBezTo>
                  <a:pt x="134826" y="104874"/>
                  <a:pt x="125542" y="95589"/>
                  <a:pt x="114089" y="95589"/>
                </a:cubicBezTo>
                <a:cubicBezTo>
                  <a:pt x="102635" y="95589"/>
                  <a:pt x="93351" y="104874"/>
                  <a:pt x="93351" y="116327"/>
                </a:cubicBezTo>
                <a:cubicBezTo>
                  <a:pt x="93351" y="127780"/>
                  <a:pt x="102635" y="137065"/>
                  <a:pt x="114089" y="137065"/>
                </a:cubicBezTo>
                <a:close/>
                <a:moveTo>
                  <a:pt x="353377" y="151231"/>
                </a:moveTo>
                <a:cubicBezTo>
                  <a:pt x="364830" y="151231"/>
                  <a:pt x="374115" y="141947"/>
                  <a:pt x="374115" y="130493"/>
                </a:cubicBezTo>
                <a:cubicBezTo>
                  <a:pt x="374115" y="119040"/>
                  <a:pt x="364830" y="109756"/>
                  <a:pt x="353377" y="109756"/>
                </a:cubicBezTo>
                <a:cubicBezTo>
                  <a:pt x="341922" y="109756"/>
                  <a:pt x="332639" y="119040"/>
                  <a:pt x="332639" y="130493"/>
                </a:cubicBezTo>
                <a:cubicBezTo>
                  <a:pt x="332639" y="141947"/>
                  <a:pt x="341922" y="151231"/>
                  <a:pt x="353377" y="151231"/>
                </a:cubicBezTo>
                <a:close/>
              </a:path>
            </a:pathLst>
          </a:custGeom>
          <a:noFill/>
          <a:ln w="14287">
            <a:solidFill>
              <a:srgbClr val="84A9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7825" y="2185987"/>
            <a:ext cx="1316847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84A98C"/>
                </a:solidFill>
                <a:latin typeface="Roboto"/>
              </a:rPr>
              <a:t>Agente con tools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171575" y="2386012"/>
            <a:ext cx="1468783" cy="304761"/>
            <a:chOff x="1171575" y="2386012"/>
            <a:chExt cx="1468783" cy="304761"/>
          </a:xfrm>
        </p:grpSpPr>
        <p:sp>
          <p:nvSpPr>
            <p:cNvPr id="9" name="TextBox 8"/>
            <p:cNvSpPr txBox="1"/>
            <p:nvPr/>
          </p:nvSpPr>
          <p:spPr>
            <a:xfrm>
              <a:off x="1171575" y="2386012"/>
              <a:ext cx="168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EF1F0"/>
                  </a:solidFill>
                  <a:latin typeface="Roboto"/>
                </a:rPr>
                <a:t>La lógica ya está definida.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71575" y="2538412"/>
              <a:ext cx="1689100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EF1F0"/>
                  </a:solidFill>
                  <a:latin typeface="Roboto"/>
                </a:rPr>
                <a:t>Tú decides el siguiente paso.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57825" y="2386012"/>
            <a:ext cx="1623564" cy="304761"/>
            <a:chOff x="5457825" y="2386012"/>
            <a:chExt cx="1623564" cy="304761"/>
          </a:xfrm>
        </p:grpSpPr>
        <p:sp>
          <p:nvSpPr>
            <p:cNvPr id="12" name="TextBox 11"/>
            <p:cNvSpPr txBox="1"/>
            <p:nvPr/>
          </p:nvSpPr>
          <p:spPr>
            <a:xfrm>
              <a:off x="5457825" y="2386012"/>
              <a:ext cx="186709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EF1F0"/>
                  </a:solidFill>
                  <a:latin typeface="Roboto"/>
                </a:rPr>
                <a:t>El modelo decide cómo actuar.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457825" y="2538412"/>
              <a:ext cx="1867098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EF1F0"/>
                  </a:solidFill>
                  <a:latin typeface="Roboto"/>
                </a:rPr>
                <a:t>Un rol, varias acciones posibles.</a:t>
              </a:r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371475" y="3043237"/>
            <a:ext cx="4114800" cy="914400"/>
          </a:xfrm>
          <a:custGeom>
            <a:avLst/>
            <a:gdLst/>
            <a:ahLst/>
            <a:cxnLst/>
            <a:rect l="0" t="0" r="0" b="0"/>
            <a:pathLst>
              <a:path w="4114800" h="91440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4000500" y="0"/>
                </a:moveTo>
                <a:lnTo>
                  <a:pt x="114300" y="0"/>
                </a:lnTo>
                <a:moveTo>
                  <a:pt x="4114800" y="114300"/>
                </a:moveTo>
                <a:cubicBezTo>
                  <a:pt x="4114800" y="51174"/>
                  <a:pt x="4063626" y="0"/>
                  <a:pt x="4000500" y="0"/>
                </a:cubicBezTo>
                <a:moveTo>
                  <a:pt x="4114800" y="800100"/>
                </a:moveTo>
                <a:lnTo>
                  <a:pt x="4114800" y="114300"/>
                </a:lnTo>
                <a:moveTo>
                  <a:pt x="4000500" y="914400"/>
                </a:moveTo>
                <a:cubicBezTo>
                  <a:pt x="4063626" y="914400"/>
                  <a:pt x="4114800" y="863226"/>
                  <a:pt x="4114800" y="800100"/>
                </a:cubicBezTo>
                <a:moveTo>
                  <a:pt x="4000500" y="914400"/>
                </a:moveTo>
                <a:lnTo>
                  <a:pt x="114300" y="914400"/>
                </a:lnTo>
                <a:moveTo>
                  <a:pt x="114300" y="914400"/>
                </a:moveTo>
                <a:cubicBezTo>
                  <a:pt x="51174" y="914400"/>
                  <a:pt x="0" y="863226"/>
                  <a:pt x="0" y="800100"/>
                </a:cubicBezTo>
                <a:moveTo>
                  <a:pt x="0" y="80010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A08A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600" y="3348037"/>
            <a:ext cx="438150" cy="323850"/>
          </a:xfrm>
          <a:custGeom>
            <a:avLst/>
            <a:gdLst/>
            <a:ahLst/>
            <a:cxnLst/>
            <a:rect l="0" t="0" r="0" b="0"/>
            <a:pathLst>
              <a:path w="438150" h="323850">
                <a:moveTo>
                  <a:pt x="381000" y="76200"/>
                </a:moveTo>
                <a:cubicBezTo>
                  <a:pt x="381000" y="91981"/>
                  <a:pt x="393793" y="104775"/>
                  <a:pt x="409575" y="104775"/>
                </a:cubicBezTo>
                <a:cubicBezTo>
                  <a:pt x="425356" y="104775"/>
                  <a:pt x="438150" y="91981"/>
                  <a:pt x="438150" y="76200"/>
                </a:cubicBezTo>
                <a:cubicBezTo>
                  <a:pt x="438150" y="60418"/>
                  <a:pt x="425356" y="47625"/>
                  <a:pt x="409575" y="47625"/>
                </a:cubicBezTo>
                <a:cubicBezTo>
                  <a:pt x="393793" y="47625"/>
                  <a:pt x="381000" y="60418"/>
                  <a:pt x="381000" y="76200"/>
                </a:cubicBezTo>
                <a:close/>
                <a:moveTo>
                  <a:pt x="180975" y="19050"/>
                </a:moveTo>
                <a:cubicBezTo>
                  <a:pt x="180975" y="29571"/>
                  <a:pt x="189503" y="38100"/>
                  <a:pt x="200025" y="38100"/>
                </a:cubicBezTo>
                <a:cubicBezTo>
                  <a:pt x="210546" y="38100"/>
                  <a:pt x="219075" y="29571"/>
                  <a:pt x="219075" y="19050"/>
                </a:cubicBezTo>
                <a:cubicBezTo>
                  <a:pt x="219075" y="8528"/>
                  <a:pt x="210546" y="0"/>
                  <a:pt x="200025" y="0"/>
                </a:cubicBezTo>
                <a:cubicBezTo>
                  <a:pt x="189503" y="0"/>
                  <a:pt x="180975" y="8528"/>
                  <a:pt x="180975" y="19050"/>
                </a:cubicBezTo>
                <a:close/>
                <a:moveTo>
                  <a:pt x="352425" y="219075"/>
                </a:moveTo>
                <a:cubicBezTo>
                  <a:pt x="352425" y="229596"/>
                  <a:pt x="360953" y="238125"/>
                  <a:pt x="371475" y="238125"/>
                </a:cubicBezTo>
                <a:cubicBezTo>
                  <a:pt x="381996" y="238125"/>
                  <a:pt x="390525" y="229596"/>
                  <a:pt x="390525" y="219075"/>
                </a:cubicBezTo>
                <a:cubicBezTo>
                  <a:pt x="390525" y="208553"/>
                  <a:pt x="381996" y="200025"/>
                  <a:pt x="371475" y="200025"/>
                </a:cubicBezTo>
                <a:cubicBezTo>
                  <a:pt x="360953" y="200025"/>
                  <a:pt x="352425" y="208553"/>
                  <a:pt x="352425" y="219075"/>
                </a:cubicBezTo>
                <a:close/>
                <a:moveTo>
                  <a:pt x="0" y="238125"/>
                </a:moveTo>
                <a:cubicBezTo>
                  <a:pt x="0" y="248646"/>
                  <a:pt x="8528" y="257175"/>
                  <a:pt x="19050" y="257175"/>
                </a:cubicBezTo>
                <a:cubicBezTo>
                  <a:pt x="29571" y="257175"/>
                  <a:pt x="38100" y="248646"/>
                  <a:pt x="38100" y="238125"/>
                </a:cubicBezTo>
                <a:cubicBezTo>
                  <a:pt x="38100" y="227603"/>
                  <a:pt x="29571" y="219075"/>
                  <a:pt x="19050" y="219075"/>
                </a:cubicBezTo>
                <a:cubicBezTo>
                  <a:pt x="8528" y="219075"/>
                  <a:pt x="0" y="227603"/>
                  <a:pt x="0" y="238125"/>
                </a:cubicBezTo>
                <a:close/>
                <a:moveTo>
                  <a:pt x="133350" y="171450"/>
                </a:moveTo>
                <a:cubicBezTo>
                  <a:pt x="133350" y="181971"/>
                  <a:pt x="141878" y="190500"/>
                  <a:pt x="152400" y="190500"/>
                </a:cubicBezTo>
                <a:cubicBezTo>
                  <a:pt x="162921" y="190500"/>
                  <a:pt x="171450" y="181971"/>
                  <a:pt x="171450" y="171450"/>
                </a:cubicBezTo>
                <a:cubicBezTo>
                  <a:pt x="171450" y="160928"/>
                  <a:pt x="162921" y="152400"/>
                  <a:pt x="152400" y="152400"/>
                </a:cubicBezTo>
                <a:cubicBezTo>
                  <a:pt x="141878" y="152400"/>
                  <a:pt x="133350" y="160928"/>
                  <a:pt x="133350" y="171450"/>
                </a:cubicBezTo>
                <a:close/>
                <a:moveTo>
                  <a:pt x="180975" y="295275"/>
                </a:moveTo>
                <a:cubicBezTo>
                  <a:pt x="180975" y="311056"/>
                  <a:pt x="193768" y="323850"/>
                  <a:pt x="209550" y="323850"/>
                </a:cubicBezTo>
                <a:cubicBezTo>
                  <a:pt x="225331" y="323850"/>
                  <a:pt x="238125" y="311056"/>
                  <a:pt x="238125" y="295275"/>
                </a:cubicBezTo>
                <a:cubicBezTo>
                  <a:pt x="238125" y="279493"/>
                  <a:pt x="225331" y="266700"/>
                  <a:pt x="209550" y="266700"/>
                </a:cubicBezTo>
                <a:cubicBezTo>
                  <a:pt x="193768" y="266700"/>
                  <a:pt x="180975" y="279493"/>
                  <a:pt x="180975" y="295275"/>
                </a:cubicBezTo>
                <a:close/>
                <a:moveTo>
                  <a:pt x="200025" y="38100"/>
                </a:moveTo>
                <a:lnTo>
                  <a:pt x="211950" y="266852"/>
                </a:lnTo>
                <a:moveTo>
                  <a:pt x="171202" y="170859"/>
                </a:moveTo>
                <a:lnTo>
                  <a:pt x="382162" y="84143"/>
                </a:lnTo>
                <a:moveTo>
                  <a:pt x="34518" y="227037"/>
                </a:moveTo>
                <a:lnTo>
                  <a:pt x="138474" y="184327"/>
                </a:lnTo>
                <a:moveTo>
                  <a:pt x="219075" y="19050"/>
                </a:moveTo>
                <a:lnTo>
                  <a:pt x="382162" y="72618"/>
                </a:lnTo>
                <a:moveTo>
                  <a:pt x="404412" y="104775"/>
                </a:moveTo>
                <a:lnTo>
                  <a:pt x="382714" y="203739"/>
                </a:lnTo>
                <a:moveTo>
                  <a:pt x="183622" y="31299"/>
                </a:moveTo>
                <a:lnTo>
                  <a:pt x="24041" y="218693"/>
                </a:lnTo>
                <a:moveTo>
                  <a:pt x="35871" y="246964"/>
                </a:moveTo>
                <a:lnTo>
                  <a:pt x="182975" y="284702"/>
                </a:lnTo>
                <a:moveTo>
                  <a:pt x="238125" y="284702"/>
                </a:moveTo>
                <a:lnTo>
                  <a:pt x="356901" y="231247"/>
                </a:lnTo>
                <a:moveTo>
                  <a:pt x="215322" y="30308"/>
                </a:moveTo>
                <a:lnTo>
                  <a:pt x="356901" y="206902"/>
                </a:lnTo>
                <a:moveTo>
                  <a:pt x="191757" y="36537"/>
                </a:moveTo>
                <a:lnTo>
                  <a:pt x="160839" y="154400"/>
                </a:lnTo>
                <a:moveTo>
                  <a:pt x="160991" y="188366"/>
                </a:moveTo>
                <a:lnTo>
                  <a:pt x="198520" y="268890"/>
                </a:lnTo>
                <a:moveTo>
                  <a:pt x="228333" y="273786"/>
                </a:moveTo>
                <a:lnTo>
                  <a:pt x="389782" y="96812"/>
                </a:lnTo>
              </a:path>
            </a:pathLst>
          </a:custGeom>
          <a:noFill/>
          <a:ln w="14287">
            <a:solidFill>
              <a:srgbClr val="A08A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1575" y="3271837"/>
            <a:ext cx="1310342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A08AB8"/>
                </a:solidFill>
                <a:latin typeface="Roboto"/>
              </a:rPr>
              <a:t>Flujo orquestado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171575" y="3471862"/>
            <a:ext cx="1889369" cy="304761"/>
            <a:chOff x="1171575" y="3471862"/>
            <a:chExt cx="1889369" cy="304761"/>
          </a:xfrm>
        </p:grpSpPr>
        <p:sp>
          <p:nvSpPr>
            <p:cNvPr id="18" name="TextBox 17"/>
            <p:cNvSpPr txBox="1"/>
            <p:nvPr/>
          </p:nvSpPr>
          <p:spPr>
            <a:xfrm>
              <a:off x="1171575" y="3471862"/>
              <a:ext cx="217277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EF1F0"/>
                  </a:solidFill>
                  <a:latin typeface="Roboto"/>
                </a:rPr>
                <a:t>Varias etapas, decisiones o roles.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71575" y="3624262"/>
              <a:ext cx="2172774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EF1F0"/>
                  </a:solidFill>
                  <a:latin typeface="Roboto"/>
                </a:rPr>
                <a:t>La arquitectura hace explícito el flujo.</a:t>
              </a:r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19DAB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0525" y="1500187"/>
            <a:ext cx="4018995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100" b="1">
                <a:solidFill>
                  <a:srgbClr val="EEF1F0"/>
                </a:solidFill>
                <a:latin typeface="Roboto"/>
              </a:rPr>
              <a:t>Patrones de Diseño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1475" y="2457449"/>
            <a:ext cx="2686050" cy="2686050"/>
          </a:xfrm>
          <a:custGeom>
            <a:avLst/>
            <a:gdLst/>
            <a:ahLst/>
            <a:cxnLst/>
            <a:rect l="0" t="0" r="0" b="0"/>
            <a:pathLst>
              <a:path w="2686050" h="26860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2686050"/>
                </a:moveTo>
                <a:lnTo>
                  <a:pt x="2686050" y="114300"/>
                </a:lnTo>
                <a:moveTo>
                  <a:pt x="0" y="26860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6F9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28975" y="2457449"/>
            <a:ext cx="2686050" cy="2686050"/>
          </a:xfrm>
          <a:custGeom>
            <a:avLst/>
            <a:gdLst/>
            <a:ahLst/>
            <a:cxnLst/>
            <a:rect l="0" t="0" r="0" b="0"/>
            <a:pathLst>
              <a:path w="2686050" h="26860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2686050"/>
                </a:moveTo>
                <a:lnTo>
                  <a:pt x="2686050" y="114300"/>
                </a:lnTo>
                <a:moveTo>
                  <a:pt x="0" y="26860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84A9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86475" y="2457449"/>
            <a:ext cx="2686050" cy="2686050"/>
          </a:xfrm>
          <a:custGeom>
            <a:avLst/>
            <a:gdLst/>
            <a:ahLst/>
            <a:cxnLst/>
            <a:rect l="0" t="0" r="0" b="0"/>
            <a:pathLst>
              <a:path w="2686050" h="26860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2686050"/>
                </a:moveTo>
                <a:lnTo>
                  <a:pt x="2686050" y="114300"/>
                </a:lnTo>
                <a:moveTo>
                  <a:pt x="0" y="26860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A08A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57685" y="2645593"/>
            <a:ext cx="465779" cy="461915"/>
          </a:xfrm>
          <a:custGeom>
            <a:avLst/>
            <a:gdLst/>
            <a:ahLst/>
            <a:cxnLst/>
            <a:rect l="0" t="0" r="0" b="0"/>
            <a:pathLst>
              <a:path w="465779" h="461915">
                <a:moveTo>
                  <a:pt x="236699" y="171904"/>
                </a:moveTo>
                <a:cubicBezTo>
                  <a:pt x="220916" y="171904"/>
                  <a:pt x="208124" y="159110"/>
                  <a:pt x="208124" y="143329"/>
                </a:cubicBezTo>
                <a:cubicBezTo>
                  <a:pt x="208124" y="127547"/>
                  <a:pt x="220916" y="114754"/>
                  <a:pt x="236699" y="114754"/>
                </a:cubicBezTo>
                <a:cubicBezTo>
                  <a:pt x="252480" y="114754"/>
                  <a:pt x="265274" y="127547"/>
                  <a:pt x="265274" y="143329"/>
                </a:cubicBezTo>
                <a:cubicBezTo>
                  <a:pt x="265274" y="159110"/>
                  <a:pt x="252480" y="171904"/>
                  <a:pt x="236699" y="171904"/>
                </a:cubicBezTo>
                <a:close/>
                <a:moveTo>
                  <a:pt x="155735" y="316685"/>
                </a:moveTo>
                <a:cubicBezTo>
                  <a:pt x="139953" y="316685"/>
                  <a:pt x="127160" y="303893"/>
                  <a:pt x="127160" y="288110"/>
                </a:cubicBezTo>
                <a:cubicBezTo>
                  <a:pt x="127160" y="272329"/>
                  <a:pt x="139953" y="259535"/>
                  <a:pt x="155735" y="259535"/>
                </a:cubicBezTo>
                <a:cubicBezTo>
                  <a:pt x="171517" y="259535"/>
                  <a:pt x="184310" y="272329"/>
                  <a:pt x="184310" y="288110"/>
                </a:cubicBezTo>
                <a:cubicBezTo>
                  <a:pt x="184310" y="303893"/>
                  <a:pt x="171517" y="316685"/>
                  <a:pt x="155735" y="316685"/>
                </a:cubicBezTo>
                <a:close/>
                <a:moveTo>
                  <a:pt x="317661" y="316685"/>
                </a:moveTo>
                <a:cubicBezTo>
                  <a:pt x="333442" y="316685"/>
                  <a:pt x="346236" y="303893"/>
                  <a:pt x="346236" y="288110"/>
                </a:cubicBezTo>
                <a:cubicBezTo>
                  <a:pt x="346236" y="272329"/>
                  <a:pt x="333442" y="259535"/>
                  <a:pt x="317661" y="259535"/>
                </a:cubicBezTo>
                <a:cubicBezTo>
                  <a:pt x="301878" y="259535"/>
                  <a:pt x="289086" y="272329"/>
                  <a:pt x="289086" y="288110"/>
                </a:cubicBezTo>
                <a:cubicBezTo>
                  <a:pt x="289086" y="303893"/>
                  <a:pt x="301878" y="316685"/>
                  <a:pt x="317661" y="316685"/>
                </a:cubicBezTo>
                <a:close/>
                <a:moveTo>
                  <a:pt x="289086" y="288110"/>
                </a:moveTo>
                <a:lnTo>
                  <a:pt x="184310" y="288110"/>
                </a:lnTo>
                <a:moveTo>
                  <a:pt x="223364" y="168669"/>
                </a:moveTo>
                <a:lnTo>
                  <a:pt x="173833" y="266018"/>
                </a:lnTo>
                <a:moveTo>
                  <a:pt x="4289" y="2356"/>
                </a:moveTo>
                <a:moveTo>
                  <a:pt x="299564" y="266018"/>
                </a:moveTo>
                <a:lnTo>
                  <a:pt x="250034" y="168669"/>
                </a:lnTo>
                <a:moveTo>
                  <a:pt x="83105" y="380739"/>
                </a:moveTo>
                <a:cubicBezTo>
                  <a:pt x="0" y="297633"/>
                  <a:pt x="0" y="162345"/>
                  <a:pt x="83105" y="79239"/>
                </a:cubicBezTo>
                <a:cubicBezTo>
                  <a:pt x="146884" y="15461"/>
                  <a:pt x="239653" y="0"/>
                  <a:pt x="316960" y="34788"/>
                </a:cubicBezTo>
                <a:moveTo>
                  <a:pt x="4289" y="2356"/>
                </a:moveTo>
                <a:moveTo>
                  <a:pt x="378806" y="135290"/>
                </a:moveTo>
                <a:lnTo>
                  <a:pt x="382671" y="81175"/>
                </a:lnTo>
                <a:lnTo>
                  <a:pt x="436786" y="85040"/>
                </a:lnTo>
                <a:moveTo>
                  <a:pt x="4289" y="2356"/>
                </a:moveTo>
                <a:moveTo>
                  <a:pt x="27058" y="374947"/>
                </a:moveTo>
                <a:lnTo>
                  <a:pt x="83106" y="380744"/>
                </a:lnTo>
                <a:lnTo>
                  <a:pt x="88904" y="326629"/>
                </a:lnTo>
                <a:moveTo>
                  <a:pt x="382673" y="81175"/>
                </a:moveTo>
                <a:cubicBezTo>
                  <a:pt x="465779" y="164280"/>
                  <a:pt x="465779" y="299569"/>
                  <a:pt x="382673" y="382674"/>
                </a:cubicBezTo>
                <a:cubicBezTo>
                  <a:pt x="318894" y="446452"/>
                  <a:pt x="226124" y="461915"/>
                  <a:pt x="148817" y="427125"/>
                </a:cubicBezTo>
              </a:path>
            </a:pathLst>
          </a:custGeom>
          <a:noFill/>
          <a:ln w="14287">
            <a:solidFill>
              <a:srgbClr val="6F9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000" y="26574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285750" y="419100"/>
                </a:moveTo>
                <a:cubicBezTo>
                  <a:pt x="285750" y="429621"/>
                  <a:pt x="277221" y="438150"/>
                  <a:pt x="266700" y="438150"/>
                </a:cubicBezTo>
                <a:lnTo>
                  <a:pt x="76200" y="438150"/>
                </a:lnTo>
                <a:cubicBezTo>
                  <a:pt x="65678" y="438150"/>
                  <a:pt x="57150" y="429621"/>
                  <a:pt x="57150" y="419100"/>
                </a:cubicBezTo>
                <a:lnTo>
                  <a:pt x="57150" y="114300"/>
                </a:lnTo>
                <a:lnTo>
                  <a:pt x="285750" y="114300"/>
                </a:lnTo>
                <a:close/>
                <a:moveTo>
                  <a:pt x="19050" y="304800"/>
                </a:moveTo>
                <a:cubicBezTo>
                  <a:pt x="8528" y="304800"/>
                  <a:pt x="0" y="296271"/>
                  <a:pt x="0" y="285750"/>
                </a:cubicBezTo>
                <a:lnTo>
                  <a:pt x="0" y="57150"/>
                </a:lnTo>
                <a:cubicBezTo>
                  <a:pt x="0" y="25586"/>
                  <a:pt x="25586" y="0"/>
                  <a:pt x="57150" y="0"/>
                </a:cubicBezTo>
                <a:cubicBezTo>
                  <a:pt x="88713" y="0"/>
                  <a:pt x="114300" y="25586"/>
                  <a:pt x="114300" y="57150"/>
                </a:cubicBezTo>
                <a:cubicBezTo>
                  <a:pt x="114300" y="88713"/>
                  <a:pt x="88713" y="114300"/>
                  <a:pt x="57150" y="114300"/>
                </a:cubicBezTo>
                <a:moveTo>
                  <a:pt x="285750" y="114300"/>
                </a:moveTo>
                <a:cubicBezTo>
                  <a:pt x="317313" y="114300"/>
                  <a:pt x="342900" y="88713"/>
                  <a:pt x="342900" y="57150"/>
                </a:cubicBezTo>
                <a:cubicBezTo>
                  <a:pt x="342900" y="25586"/>
                  <a:pt x="317313" y="0"/>
                  <a:pt x="285750" y="0"/>
                </a:cubicBezTo>
                <a:lnTo>
                  <a:pt x="57150" y="0"/>
                </a:lnTo>
                <a:moveTo>
                  <a:pt x="171450" y="190500"/>
                </a:moveTo>
                <a:lnTo>
                  <a:pt x="247650" y="190500"/>
                </a:lnTo>
                <a:moveTo>
                  <a:pt x="171450" y="266700"/>
                </a:moveTo>
                <a:lnTo>
                  <a:pt x="247650" y="266700"/>
                </a:lnTo>
                <a:moveTo>
                  <a:pt x="171450" y="342900"/>
                </a:moveTo>
                <a:lnTo>
                  <a:pt x="247650" y="342900"/>
                </a:lnTo>
                <a:moveTo>
                  <a:pt x="95250" y="180975"/>
                </a:moveTo>
                <a:lnTo>
                  <a:pt x="104775" y="190500"/>
                </a:lnTo>
                <a:lnTo>
                  <a:pt x="142875" y="152400"/>
                </a:lnTo>
                <a:moveTo>
                  <a:pt x="95250" y="257175"/>
                </a:moveTo>
                <a:lnTo>
                  <a:pt x="104775" y="266700"/>
                </a:lnTo>
                <a:lnTo>
                  <a:pt x="142875" y="228600"/>
                </a:lnTo>
                <a:moveTo>
                  <a:pt x="438150" y="409575"/>
                </a:moveTo>
                <a:cubicBezTo>
                  <a:pt x="438150" y="425356"/>
                  <a:pt x="425356" y="438150"/>
                  <a:pt x="409575" y="438150"/>
                </a:cubicBezTo>
                <a:cubicBezTo>
                  <a:pt x="393793" y="438150"/>
                  <a:pt x="381000" y="425356"/>
                  <a:pt x="381000" y="409575"/>
                </a:cubicBezTo>
                <a:lnTo>
                  <a:pt x="381000" y="133350"/>
                </a:lnTo>
                <a:cubicBezTo>
                  <a:pt x="381000" y="117568"/>
                  <a:pt x="393793" y="104775"/>
                  <a:pt x="409575" y="104775"/>
                </a:cubicBezTo>
                <a:cubicBezTo>
                  <a:pt x="425356" y="104775"/>
                  <a:pt x="438150" y="117568"/>
                  <a:pt x="438150" y="133350"/>
                </a:cubicBezTo>
                <a:close/>
                <a:moveTo>
                  <a:pt x="381000" y="400050"/>
                </a:moveTo>
                <a:lnTo>
                  <a:pt x="438150" y="400050"/>
                </a:lnTo>
                <a:moveTo>
                  <a:pt x="381000" y="266700"/>
                </a:moveTo>
                <a:lnTo>
                  <a:pt x="438150" y="266700"/>
                </a:lnTo>
                <a:moveTo>
                  <a:pt x="342900" y="295275"/>
                </a:moveTo>
                <a:lnTo>
                  <a:pt x="342900" y="152400"/>
                </a:lnTo>
                <a:cubicBezTo>
                  <a:pt x="342900" y="136618"/>
                  <a:pt x="355693" y="123825"/>
                  <a:pt x="371475" y="123825"/>
                </a:cubicBezTo>
                <a:lnTo>
                  <a:pt x="382638" y="123825"/>
                </a:lnTo>
              </a:path>
            </a:pathLst>
          </a:custGeom>
          <a:noFill/>
          <a:ln w="14287">
            <a:solidFill>
              <a:srgbClr val="84A9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86500" y="26574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197834" y="219017"/>
                </a:moveTo>
                <a:cubicBezTo>
                  <a:pt x="197831" y="230719"/>
                  <a:pt x="207316" y="240206"/>
                  <a:pt x="219017" y="240206"/>
                </a:cubicBezTo>
                <a:cubicBezTo>
                  <a:pt x="230719" y="240206"/>
                  <a:pt x="240204" y="230719"/>
                  <a:pt x="240201" y="219017"/>
                </a:cubicBezTo>
                <a:cubicBezTo>
                  <a:pt x="240204" y="207316"/>
                  <a:pt x="230719" y="197829"/>
                  <a:pt x="219017" y="197829"/>
                </a:cubicBezTo>
                <a:cubicBezTo>
                  <a:pt x="207316" y="197829"/>
                  <a:pt x="197831" y="207316"/>
                  <a:pt x="197834" y="219017"/>
                </a:cubicBezTo>
                <a:moveTo>
                  <a:pt x="237020" y="137159"/>
                </a:moveTo>
                <a:lnTo>
                  <a:pt x="243249" y="157657"/>
                </a:lnTo>
                <a:cubicBezTo>
                  <a:pt x="245378" y="164719"/>
                  <a:pt x="252614" y="168924"/>
                  <a:pt x="259803" y="167278"/>
                </a:cubicBezTo>
                <a:lnTo>
                  <a:pt x="280606" y="162458"/>
                </a:lnTo>
                <a:cubicBezTo>
                  <a:pt x="288689" y="160646"/>
                  <a:pt x="297011" y="164309"/>
                  <a:pt x="301133" y="171495"/>
                </a:cubicBezTo>
                <a:cubicBezTo>
                  <a:pt x="305254" y="178681"/>
                  <a:pt x="304216" y="187714"/>
                  <a:pt x="298570" y="193776"/>
                </a:cubicBezTo>
                <a:lnTo>
                  <a:pt x="284035" y="209454"/>
                </a:lnTo>
                <a:cubicBezTo>
                  <a:pt x="279006" y="214882"/>
                  <a:pt x="279006" y="223267"/>
                  <a:pt x="284035" y="228695"/>
                </a:cubicBezTo>
                <a:lnTo>
                  <a:pt x="298570" y="244373"/>
                </a:lnTo>
                <a:cubicBezTo>
                  <a:pt x="304222" y="250438"/>
                  <a:pt x="305261" y="259478"/>
                  <a:pt x="301133" y="266667"/>
                </a:cubicBezTo>
                <a:cubicBezTo>
                  <a:pt x="297005" y="273856"/>
                  <a:pt x="288674" y="277515"/>
                  <a:pt x="280587" y="275691"/>
                </a:cubicBezTo>
                <a:lnTo>
                  <a:pt x="259803" y="270871"/>
                </a:lnTo>
                <a:cubicBezTo>
                  <a:pt x="252607" y="269213"/>
                  <a:pt x="245359" y="273421"/>
                  <a:pt x="243230" y="280492"/>
                </a:cubicBezTo>
                <a:lnTo>
                  <a:pt x="237001" y="300989"/>
                </a:lnTo>
                <a:cubicBezTo>
                  <a:pt x="234619" y="308937"/>
                  <a:pt x="227305" y="314381"/>
                  <a:pt x="219008" y="314381"/>
                </a:cubicBezTo>
                <a:cubicBezTo>
                  <a:pt x="210711" y="314381"/>
                  <a:pt x="203397" y="308937"/>
                  <a:pt x="201015" y="300989"/>
                </a:cubicBezTo>
                <a:lnTo>
                  <a:pt x="194786" y="280473"/>
                </a:lnTo>
                <a:cubicBezTo>
                  <a:pt x="192649" y="273408"/>
                  <a:pt x="185407" y="269204"/>
                  <a:pt x="178212" y="270852"/>
                </a:cubicBezTo>
                <a:lnTo>
                  <a:pt x="157429" y="275672"/>
                </a:lnTo>
                <a:cubicBezTo>
                  <a:pt x="149347" y="277479"/>
                  <a:pt x="141029" y="273818"/>
                  <a:pt x="136902" y="266638"/>
                </a:cubicBezTo>
                <a:cubicBezTo>
                  <a:pt x="132775" y="259458"/>
                  <a:pt x="133798" y="250428"/>
                  <a:pt x="139426" y="244354"/>
                </a:cubicBezTo>
                <a:lnTo>
                  <a:pt x="153962" y="228676"/>
                </a:lnTo>
                <a:cubicBezTo>
                  <a:pt x="158991" y="223248"/>
                  <a:pt x="158991" y="214863"/>
                  <a:pt x="153962" y="209435"/>
                </a:cubicBezTo>
                <a:lnTo>
                  <a:pt x="139426" y="193757"/>
                </a:lnTo>
                <a:cubicBezTo>
                  <a:pt x="133791" y="187680"/>
                  <a:pt x="132768" y="178643"/>
                  <a:pt x="136901" y="171460"/>
                </a:cubicBezTo>
                <a:cubicBezTo>
                  <a:pt x="141035" y="164277"/>
                  <a:pt x="149362" y="160620"/>
                  <a:pt x="157448" y="162439"/>
                </a:cubicBezTo>
                <a:lnTo>
                  <a:pt x="178288" y="167258"/>
                </a:lnTo>
                <a:cubicBezTo>
                  <a:pt x="185484" y="168917"/>
                  <a:pt x="192733" y="164709"/>
                  <a:pt x="194862" y="157638"/>
                </a:cubicBezTo>
                <a:lnTo>
                  <a:pt x="201091" y="137159"/>
                </a:lnTo>
                <a:cubicBezTo>
                  <a:pt x="203526" y="129281"/>
                  <a:pt x="210810" y="123909"/>
                  <a:pt x="219055" y="123909"/>
                </a:cubicBezTo>
                <a:cubicBezTo>
                  <a:pt x="227301" y="123909"/>
                  <a:pt x="234585" y="129281"/>
                  <a:pt x="237020" y="137159"/>
                </a:cubicBezTo>
                <a:close/>
                <a:moveTo>
                  <a:pt x="195262" y="23812"/>
                </a:moveTo>
                <a:cubicBezTo>
                  <a:pt x="195262" y="36963"/>
                  <a:pt x="205923" y="47625"/>
                  <a:pt x="219075" y="47625"/>
                </a:cubicBezTo>
                <a:cubicBezTo>
                  <a:pt x="232226" y="47625"/>
                  <a:pt x="242887" y="36963"/>
                  <a:pt x="242887" y="23812"/>
                </a:cubicBezTo>
                <a:cubicBezTo>
                  <a:pt x="242887" y="10661"/>
                  <a:pt x="232226" y="0"/>
                  <a:pt x="219075" y="0"/>
                </a:cubicBezTo>
                <a:cubicBezTo>
                  <a:pt x="205923" y="0"/>
                  <a:pt x="195262" y="10661"/>
                  <a:pt x="195262" y="23812"/>
                </a:cubicBezTo>
                <a:moveTo>
                  <a:pt x="219075" y="95250"/>
                </a:moveTo>
                <a:lnTo>
                  <a:pt x="219075" y="47625"/>
                </a:lnTo>
                <a:moveTo>
                  <a:pt x="333336" y="81000"/>
                </a:moveTo>
                <a:cubicBezTo>
                  <a:pt x="333336" y="94151"/>
                  <a:pt x="343998" y="104813"/>
                  <a:pt x="357149" y="104813"/>
                </a:cubicBezTo>
                <a:cubicBezTo>
                  <a:pt x="370300" y="104813"/>
                  <a:pt x="380961" y="94151"/>
                  <a:pt x="380961" y="81000"/>
                </a:cubicBezTo>
                <a:cubicBezTo>
                  <a:pt x="380961" y="67849"/>
                  <a:pt x="370300" y="57188"/>
                  <a:pt x="357149" y="57188"/>
                </a:cubicBezTo>
                <a:cubicBezTo>
                  <a:pt x="343998" y="57188"/>
                  <a:pt x="333336" y="67849"/>
                  <a:pt x="333336" y="81000"/>
                </a:cubicBezTo>
                <a:moveTo>
                  <a:pt x="306628" y="131521"/>
                </a:moveTo>
                <a:lnTo>
                  <a:pt x="340309" y="97840"/>
                </a:lnTo>
                <a:moveTo>
                  <a:pt x="390525" y="219075"/>
                </a:moveTo>
                <a:cubicBezTo>
                  <a:pt x="390525" y="232226"/>
                  <a:pt x="401186" y="242887"/>
                  <a:pt x="414337" y="242887"/>
                </a:cubicBezTo>
                <a:cubicBezTo>
                  <a:pt x="427488" y="242887"/>
                  <a:pt x="438150" y="232226"/>
                  <a:pt x="438150" y="219075"/>
                </a:cubicBezTo>
                <a:cubicBezTo>
                  <a:pt x="438150" y="205923"/>
                  <a:pt x="427488" y="195262"/>
                  <a:pt x="414337" y="195262"/>
                </a:cubicBezTo>
                <a:cubicBezTo>
                  <a:pt x="401186" y="195262"/>
                  <a:pt x="390525" y="205923"/>
                  <a:pt x="390525" y="219075"/>
                </a:cubicBezTo>
                <a:moveTo>
                  <a:pt x="342900" y="219075"/>
                </a:moveTo>
                <a:lnTo>
                  <a:pt x="390525" y="219075"/>
                </a:lnTo>
                <a:moveTo>
                  <a:pt x="333336" y="357149"/>
                </a:moveTo>
                <a:cubicBezTo>
                  <a:pt x="333336" y="370300"/>
                  <a:pt x="343998" y="380961"/>
                  <a:pt x="357149" y="380961"/>
                </a:cubicBezTo>
                <a:cubicBezTo>
                  <a:pt x="370300" y="380961"/>
                  <a:pt x="380961" y="370300"/>
                  <a:pt x="380961" y="357149"/>
                </a:cubicBezTo>
                <a:cubicBezTo>
                  <a:pt x="380961" y="343998"/>
                  <a:pt x="370300" y="333336"/>
                  <a:pt x="357149" y="333336"/>
                </a:cubicBezTo>
                <a:cubicBezTo>
                  <a:pt x="343998" y="333336"/>
                  <a:pt x="333336" y="343998"/>
                  <a:pt x="333336" y="357149"/>
                </a:cubicBezTo>
                <a:moveTo>
                  <a:pt x="306628" y="306628"/>
                </a:moveTo>
                <a:lnTo>
                  <a:pt x="340309" y="340309"/>
                </a:lnTo>
                <a:moveTo>
                  <a:pt x="195262" y="414337"/>
                </a:moveTo>
                <a:cubicBezTo>
                  <a:pt x="195262" y="427488"/>
                  <a:pt x="205923" y="438150"/>
                  <a:pt x="219075" y="438150"/>
                </a:cubicBezTo>
                <a:cubicBezTo>
                  <a:pt x="232226" y="438150"/>
                  <a:pt x="242887" y="427488"/>
                  <a:pt x="242887" y="414337"/>
                </a:cubicBezTo>
                <a:cubicBezTo>
                  <a:pt x="242887" y="401186"/>
                  <a:pt x="232226" y="390525"/>
                  <a:pt x="219075" y="390525"/>
                </a:cubicBezTo>
                <a:cubicBezTo>
                  <a:pt x="205923" y="390525"/>
                  <a:pt x="195262" y="401186"/>
                  <a:pt x="195262" y="414337"/>
                </a:cubicBezTo>
                <a:moveTo>
                  <a:pt x="219075" y="342900"/>
                </a:moveTo>
                <a:lnTo>
                  <a:pt x="219075" y="390525"/>
                </a:lnTo>
                <a:moveTo>
                  <a:pt x="57188" y="357149"/>
                </a:moveTo>
                <a:cubicBezTo>
                  <a:pt x="57188" y="370300"/>
                  <a:pt x="67849" y="380961"/>
                  <a:pt x="81000" y="380961"/>
                </a:cubicBezTo>
                <a:cubicBezTo>
                  <a:pt x="94151" y="380961"/>
                  <a:pt x="104813" y="370300"/>
                  <a:pt x="104813" y="357149"/>
                </a:cubicBezTo>
                <a:cubicBezTo>
                  <a:pt x="104813" y="343998"/>
                  <a:pt x="94151" y="333336"/>
                  <a:pt x="81000" y="333336"/>
                </a:cubicBezTo>
                <a:cubicBezTo>
                  <a:pt x="67849" y="333336"/>
                  <a:pt x="57188" y="343998"/>
                  <a:pt x="57188" y="357149"/>
                </a:cubicBezTo>
                <a:moveTo>
                  <a:pt x="131521" y="306628"/>
                </a:moveTo>
                <a:lnTo>
                  <a:pt x="97840" y="340309"/>
                </a:lnTo>
                <a:moveTo>
                  <a:pt x="0" y="219075"/>
                </a:moveTo>
                <a:cubicBezTo>
                  <a:pt x="0" y="232226"/>
                  <a:pt x="10661" y="242887"/>
                  <a:pt x="23812" y="242887"/>
                </a:cubicBezTo>
                <a:cubicBezTo>
                  <a:pt x="36963" y="242887"/>
                  <a:pt x="47625" y="232226"/>
                  <a:pt x="47625" y="219075"/>
                </a:cubicBezTo>
                <a:cubicBezTo>
                  <a:pt x="47625" y="205923"/>
                  <a:pt x="36963" y="195262"/>
                  <a:pt x="23812" y="195262"/>
                </a:cubicBezTo>
                <a:cubicBezTo>
                  <a:pt x="10661" y="195262"/>
                  <a:pt x="0" y="205923"/>
                  <a:pt x="0" y="219075"/>
                </a:cubicBezTo>
                <a:moveTo>
                  <a:pt x="95250" y="219075"/>
                </a:moveTo>
                <a:lnTo>
                  <a:pt x="47625" y="219075"/>
                </a:lnTo>
                <a:moveTo>
                  <a:pt x="57188" y="81000"/>
                </a:moveTo>
                <a:cubicBezTo>
                  <a:pt x="57188" y="94151"/>
                  <a:pt x="67849" y="104813"/>
                  <a:pt x="81000" y="104813"/>
                </a:cubicBezTo>
                <a:cubicBezTo>
                  <a:pt x="94151" y="104813"/>
                  <a:pt x="104813" y="94151"/>
                  <a:pt x="104813" y="81000"/>
                </a:cubicBezTo>
                <a:cubicBezTo>
                  <a:pt x="104813" y="67849"/>
                  <a:pt x="94151" y="57188"/>
                  <a:pt x="81000" y="57188"/>
                </a:cubicBezTo>
                <a:cubicBezTo>
                  <a:pt x="67849" y="57188"/>
                  <a:pt x="57188" y="67849"/>
                  <a:pt x="57188" y="81000"/>
                </a:cubicBezTo>
                <a:moveTo>
                  <a:pt x="131521" y="131521"/>
                </a:moveTo>
                <a:lnTo>
                  <a:pt x="97840" y="97840"/>
                </a:lnTo>
              </a:path>
            </a:pathLst>
          </a:custGeom>
          <a:noFill/>
          <a:ln w="14287">
            <a:solidFill>
              <a:srgbClr val="A08A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1025" y="3276600"/>
            <a:ext cx="46434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6F93B8"/>
                </a:solidFill>
                <a:latin typeface="Roboto"/>
              </a:rPr>
              <a:t>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525" y="3276600"/>
            <a:ext cx="1157679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84A98C"/>
                </a:solidFill>
                <a:latin typeface="Roboto"/>
              </a:rPr>
              <a:t>Plan &amp; Execute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6025" y="3276600"/>
            <a:ext cx="974368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A08AB8"/>
                </a:solidFill>
                <a:latin typeface="Roboto"/>
              </a:rPr>
              <a:t>Multi-agente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81025" y="3552825"/>
            <a:ext cx="1634728" cy="304761"/>
            <a:chOff x="581025" y="3552825"/>
            <a:chExt cx="1634728" cy="304761"/>
          </a:xfrm>
        </p:grpSpPr>
        <p:sp>
          <p:nvSpPr>
            <p:cNvPr id="12" name="TextBox 11"/>
            <p:cNvSpPr txBox="1"/>
            <p:nvPr/>
          </p:nvSpPr>
          <p:spPr>
            <a:xfrm>
              <a:off x="581025" y="3552825"/>
              <a:ext cx="187993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EF1F0"/>
                  </a:solidFill>
                  <a:latin typeface="Roboto"/>
                </a:rPr>
                <a:t>Ciclo de razonamiento, acción 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1025" y="3705225"/>
              <a:ext cx="1879937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EF1F0"/>
                  </a:solidFill>
                  <a:latin typeface="Roboto"/>
                </a:rPr>
                <a:t>observación.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438525" y="3476625"/>
            <a:ext cx="2239413" cy="304761"/>
            <a:chOff x="3438525" y="3476625"/>
            <a:chExt cx="2239413" cy="304761"/>
          </a:xfrm>
        </p:grpSpPr>
        <p:sp>
          <p:nvSpPr>
            <p:cNvPr id="15" name="TextBox 14"/>
            <p:cNvSpPr txBox="1"/>
            <p:nvPr/>
          </p:nvSpPr>
          <p:spPr>
            <a:xfrm>
              <a:off x="3438525" y="3476625"/>
              <a:ext cx="25753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EF1F0"/>
                  </a:solidFill>
                  <a:latin typeface="Roboto"/>
                </a:rPr>
                <a:t>Planifica y descompone tareas largas antes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38525" y="3629025"/>
              <a:ext cx="2575324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EF1F0"/>
                  </a:solidFill>
                  <a:latin typeface="Roboto"/>
                </a:rPr>
                <a:t>de ejecutarlas.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296025" y="3552825"/>
            <a:ext cx="1713461" cy="304761"/>
            <a:chOff x="6296025" y="3552825"/>
            <a:chExt cx="1713461" cy="304761"/>
          </a:xfrm>
        </p:grpSpPr>
        <p:sp>
          <p:nvSpPr>
            <p:cNvPr id="18" name="TextBox 17"/>
            <p:cNvSpPr txBox="1"/>
            <p:nvPr/>
          </p:nvSpPr>
          <p:spPr>
            <a:xfrm>
              <a:off x="6296025" y="3552825"/>
              <a:ext cx="197048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EF1F0"/>
                  </a:solidFill>
                  <a:latin typeface="Roboto"/>
                </a:rPr>
                <a:t>Especialistas coordinados por un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296025" y="3705225"/>
              <a:ext cx="1970480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EF1F0"/>
                  </a:solidFill>
                  <a:latin typeface="Roboto"/>
                </a:rPr>
                <a:t>orquestador.</a:t>
              </a:r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19DAB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291373" y="0"/>
            <a:ext cx="6096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525" y="409575"/>
            <a:ext cx="1063203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EEF1F0"/>
                </a:solidFill>
                <a:latin typeface="Roboto"/>
              </a:rPr>
              <a:t>LangGraph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475" y="86677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EEF1F0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>
            <a:off x="390525" y="1539666"/>
            <a:ext cx="2703166" cy="914400"/>
            <a:chOff x="390525" y="1539666"/>
            <a:chExt cx="2703166" cy="914400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1539666"/>
              <a:ext cx="31086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EEF1F0"/>
                  </a:solidFill>
                  <a:latin typeface="Roboto"/>
                </a:rPr>
                <a:t>Del patrón al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1996866"/>
              <a:ext cx="31086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EEF1F0"/>
                  </a:solidFill>
                  <a:latin typeface="Roboto"/>
                </a:rPr>
                <a:t>grafo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90525" y="2714371"/>
            <a:ext cx="2588714" cy="536351"/>
            <a:chOff x="390525" y="2714371"/>
            <a:chExt cx="2588714" cy="536351"/>
          </a:xfrm>
        </p:grpSpPr>
        <p:sp>
          <p:nvSpPr>
            <p:cNvPr id="8" name="TextBox 7"/>
            <p:cNvSpPr txBox="1"/>
            <p:nvPr/>
          </p:nvSpPr>
          <p:spPr>
            <a:xfrm>
              <a:off x="390525" y="2714371"/>
              <a:ext cx="2977021" cy="268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700" b="0">
                  <a:solidFill>
                    <a:srgbClr val="EEF1F0"/>
                  </a:solidFill>
                  <a:latin typeface="Roboto"/>
                </a:rPr>
                <a:t>Una arquitectura explícita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2982499"/>
              <a:ext cx="2977021" cy="2682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700" b="0">
                  <a:solidFill>
                    <a:srgbClr val="EEF1F0"/>
                  </a:solidFill>
                  <a:latin typeface="Roboto"/>
                </a:rPr>
                <a:t>para modelar el flujo</a:t>
              </a:r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371475" y="427672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EEF1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525" y="4505325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EEF1F0"/>
                </a:solidFill>
                <a:latin typeface="Roboto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19DAB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012" y="589359"/>
            <a:ext cx="6358528" cy="4768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11455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5415" y="701773"/>
            <a:ext cx="2253219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EEF1F0"/>
                </a:solidFill>
                <a:latin typeface="Roboto"/>
              </a:rPr>
              <a:t>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525" y="1143264"/>
            <a:ext cx="3395147" cy="26816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EEF1F0"/>
                </a:solidFill>
                <a:latin typeface="Roboto"/>
              </a:rPr>
              <a:t>Las piezas de la orquestación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19DAB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82" y="-75819"/>
            <a:ext cx="7941887" cy="529459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19DAB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145" y="967720"/>
            <a:ext cx="7123709" cy="40092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8656" y="381255"/>
            <a:ext cx="3970394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EEF1F0"/>
                </a:solidFill>
                <a:latin typeface="Roboto"/>
              </a:rPr>
              <a:t>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5373" y="812261"/>
            <a:ext cx="5423814" cy="26816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EEF1F0"/>
                </a:solidFill>
                <a:latin typeface="Roboto"/>
              </a:rPr>
              <a:t>Interrupt, revisión y reanudación de la ejecución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19DAB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756" y="979360"/>
            <a:ext cx="6024800" cy="40165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419" y="190025"/>
            <a:ext cx="5114370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EEF1F0"/>
                </a:solidFill>
                <a:latin typeface="Roboto"/>
              </a:rPr>
              <a:t>Navegar por la ejecución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1954" y="650603"/>
            <a:ext cx="4776864" cy="26816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EEF1F0"/>
                </a:solidFill>
                <a:latin typeface="Roboto"/>
              </a:rPr>
              <a:t>Explora alternativas sin perder el contexto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19DAB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9782" y="2086161"/>
            <a:ext cx="3037266" cy="1943051"/>
          </a:xfrm>
          <a:custGeom>
            <a:avLst/>
            <a:gdLst/>
            <a:ahLst/>
            <a:cxnLst/>
            <a:rect l="0" t="0" r="0" b="0"/>
            <a:pathLst>
              <a:path w="3037266" h="1943051">
                <a:moveTo>
                  <a:pt x="0" y="1009766"/>
                </a:moveTo>
                <a:lnTo>
                  <a:pt x="0" y="1274163"/>
                </a:lnTo>
                <a:lnTo>
                  <a:pt x="344230" y="1463201"/>
                </a:lnTo>
                <a:moveTo>
                  <a:pt x="0" y="1009766"/>
                </a:moveTo>
                <a:lnTo>
                  <a:pt x="162816" y="926373"/>
                </a:lnTo>
                <a:lnTo>
                  <a:pt x="487190" y="1102681"/>
                </a:lnTo>
                <a:moveTo>
                  <a:pt x="0" y="1009766"/>
                </a:moveTo>
                <a:lnTo>
                  <a:pt x="364085" y="1207892"/>
                </a:lnTo>
                <a:moveTo>
                  <a:pt x="1199118" y="1943051"/>
                </a:moveTo>
                <a:lnTo>
                  <a:pt x="1361934" y="1859657"/>
                </a:lnTo>
                <a:lnTo>
                  <a:pt x="1361934" y="1589620"/>
                </a:lnTo>
                <a:moveTo>
                  <a:pt x="1199118" y="1673014"/>
                </a:moveTo>
                <a:lnTo>
                  <a:pt x="1199118" y="1943051"/>
                </a:lnTo>
                <a:moveTo>
                  <a:pt x="1199118" y="1943051"/>
                </a:moveTo>
                <a:lnTo>
                  <a:pt x="787887" y="1713800"/>
                </a:lnTo>
                <a:moveTo>
                  <a:pt x="1361934" y="1589620"/>
                </a:moveTo>
                <a:lnTo>
                  <a:pt x="1199118" y="1673014"/>
                </a:lnTo>
                <a:moveTo>
                  <a:pt x="1361934" y="1589620"/>
                </a:moveTo>
                <a:lnTo>
                  <a:pt x="931576" y="1350976"/>
                </a:lnTo>
                <a:moveTo>
                  <a:pt x="1199118" y="1673014"/>
                </a:moveTo>
                <a:lnTo>
                  <a:pt x="810492" y="1445481"/>
                </a:lnTo>
                <a:moveTo>
                  <a:pt x="833191" y="544693"/>
                </a:moveTo>
                <a:lnTo>
                  <a:pt x="833191" y="809090"/>
                </a:lnTo>
                <a:lnTo>
                  <a:pt x="1176699" y="1000526"/>
                </a:lnTo>
                <a:moveTo>
                  <a:pt x="833191" y="544693"/>
                </a:moveTo>
                <a:lnTo>
                  <a:pt x="996008" y="461300"/>
                </a:lnTo>
                <a:lnTo>
                  <a:pt x="1319659" y="640006"/>
                </a:lnTo>
                <a:moveTo>
                  <a:pt x="833191" y="544693"/>
                </a:moveTo>
                <a:lnTo>
                  <a:pt x="1196554" y="745217"/>
                </a:lnTo>
                <a:moveTo>
                  <a:pt x="2026858" y="1479438"/>
                </a:moveTo>
                <a:lnTo>
                  <a:pt x="2189675" y="1396045"/>
                </a:lnTo>
                <a:lnTo>
                  <a:pt x="2189675" y="1126008"/>
                </a:lnTo>
                <a:moveTo>
                  <a:pt x="2026858" y="1209402"/>
                </a:moveTo>
                <a:lnTo>
                  <a:pt x="2026858" y="1479438"/>
                </a:lnTo>
                <a:moveTo>
                  <a:pt x="2026858" y="1479438"/>
                </a:moveTo>
                <a:lnTo>
                  <a:pt x="1621078" y="1248727"/>
                </a:lnTo>
                <a:moveTo>
                  <a:pt x="2189675" y="1126008"/>
                </a:moveTo>
                <a:lnTo>
                  <a:pt x="2026858" y="1209402"/>
                </a:lnTo>
                <a:moveTo>
                  <a:pt x="2189675" y="1126008"/>
                </a:moveTo>
                <a:lnTo>
                  <a:pt x="1768010" y="888866"/>
                </a:lnTo>
                <a:moveTo>
                  <a:pt x="2026858" y="1209402"/>
                </a:moveTo>
                <a:lnTo>
                  <a:pt x="1641665" y="992298"/>
                </a:lnTo>
                <a:moveTo>
                  <a:pt x="1683757" y="83393"/>
                </a:moveTo>
                <a:lnTo>
                  <a:pt x="1683757" y="347790"/>
                </a:lnTo>
                <a:lnTo>
                  <a:pt x="2027243" y="541628"/>
                </a:lnTo>
                <a:moveTo>
                  <a:pt x="1683757" y="83393"/>
                </a:moveTo>
                <a:lnTo>
                  <a:pt x="1846573" y="0"/>
                </a:lnTo>
                <a:lnTo>
                  <a:pt x="2170204" y="181108"/>
                </a:lnTo>
                <a:moveTo>
                  <a:pt x="1683757" y="83393"/>
                </a:moveTo>
                <a:lnTo>
                  <a:pt x="2047098" y="286318"/>
                </a:lnTo>
                <a:moveTo>
                  <a:pt x="2874449" y="1017353"/>
                </a:moveTo>
                <a:lnTo>
                  <a:pt x="3037266" y="933959"/>
                </a:lnTo>
                <a:lnTo>
                  <a:pt x="3037266" y="663922"/>
                </a:lnTo>
                <a:moveTo>
                  <a:pt x="2874449" y="747316"/>
                </a:moveTo>
                <a:lnTo>
                  <a:pt x="2874449" y="1017353"/>
                </a:lnTo>
                <a:moveTo>
                  <a:pt x="2874449" y="1017353"/>
                </a:moveTo>
                <a:lnTo>
                  <a:pt x="2471644" y="787427"/>
                </a:lnTo>
                <a:moveTo>
                  <a:pt x="3037266" y="663922"/>
                </a:moveTo>
                <a:lnTo>
                  <a:pt x="2874449" y="747316"/>
                </a:lnTo>
                <a:moveTo>
                  <a:pt x="3037266" y="663922"/>
                </a:moveTo>
                <a:lnTo>
                  <a:pt x="2620853" y="426599"/>
                </a:lnTo>
                <a:moveTo>
                  <a:pt x="2874449" y="747316"/>
                </a:moveTo>
                <a:lnTo>
                  <a:pt x="2492231" y="530997"/>
                </a:lnTo>
              </a:path>
            </a:pathLst>
          </a:custGeom>
          <a:noFill/>
          <a:ln w="8858">
            <a:solidFill>
              <a:srgbClr val="EEF1F0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Group 4"/>
          <p:cNvGrpSpPr/>
          <p:nvPr/>
        </p:nvGrpSpPr>
        <p:grpSpPr>
          <a:xfrm>
            <a:off x="4248485" y="1889619"/>
            <a:ext cx="2037186" cy="1273632"/>
            <a:chOff x="4248485" y="1889619"/>
            <a:chExt cx="2037186" cy="1273632"/>
          </a:xfrm>
        </p:grpSpPr>
        <p:sp>
          <p:nvSpPr>
            <p:cNvPr id="3" name="Rounded Rectangle 2"/>
            <p:cNvSpPr/>
            <p:nvPr/>
          </p:nvSpPr>
          <p:spPr>
            <a:xfrm>
              <a:off x="5098305" y="1889619"/>
              <a:ext cx="1187366" cy="814081"/>
            </a:xfrm>
            <a:custGeom>
              <a:avLst/>
              <a:gdLst/>
              <a:ahLst/>
              <a:cxnLst/>
              <a:rect l="0" t="0" r="0" b="0"/>
              <a:pathLst>
                <a:path w="1187366" h="814081">
                  <a:moveTo>
                    <a:pt x="0" y="504333"/>
                  </a:moveTo>
                  <a:lnTo>
                    <a:pt x="567871" y="194585"/>
                  </a:lnTo>
                  <a:lnTo>
                    <a:pt x="397112" y="87364"/>
                  </a:lnTo>
                  <a:lnTo>
                    <a:pt x="1187366" y="0"/>
                  </a:lnTo>
                  <a:lnTo>
                    <a:pt x="1127799" y="555957"/>
                  </a:lnTo>
                  <a:lnTo>
                    <a:pt x="984839" y="460650"/>
                  </a:lnTo>
                  <a:lnTo>
                    <a:pt x="337545" y="814081"/>
                  </a:lnTo>
                  <a:lnTo>
                    <a:pt x="135018" y="698918"/>
                  </a:lnTo>
                </a:path>
              </a:pathLst>
            </a:custGeom>
            <a:noFill/>
            <a:ln w="8858">
              <a:solidFill>
                <a:srgbClr val="84A98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248485" y="2219504"/>
              <a:ext cx="988810" cy="943747"/>
            </a:xfrm>
            <a:custGeom>
              <a:avLst/>
              <a:gdLst/>
              <a:ahLst/>
              <a:cxnLst/>
              <a:rect l="0" t="0" r="0" b="0"/>
              <a:pathLst>
                <a:path w="988810" h="943747">
                  <a:moveTo>
                    <a:pt x="849821" y="292091"/>
                  </a:moveTo>
                  <a:cubicBezTo>
                    <a:pt x="888396" y="272485"/>
                    <a:pt x="909388" y="262882"/>
                    <a:pt x="909388" y="262882"/>
                  </a:cubicBezTo>
                  <a:cubicBezTo>
                    <a:pt x="929243" y="254939"/>
                    <a:pt x="957041" y="260539"/>
                    <a:pt x="957041" y="294651"/>
                  </a:cubicBezTo>
                  <a:cubicBezTo>
                    <a:pt x="957041" y="332774"/>
                    <a:pt x="957041" y="354217"/>
                    <a:pt x="957041" y="354217"/>
                  </a:cubicBezTo>
                  <a:moveTo>
                    <a:pt x="957041" y="354217"/>
                  </a:moveTo>
                  <a:lnTo>
                    <a:pt x="988810" y="371499"/>
                  </a:lnTo>
                  <a:cubicBezTo>
                    <a:pt x="988758" y="343701"/>
                    <a:pt x="988810" y="282749"/>
                    <a:pt x="988810" y="282749"/>
                  </a:cubicBezTo>
                  <a:cubicBezTo>
                    <a:pt x="988810" y="250984"/>
                    <a:pt x="961012" y="227142"/>
                    <a:pt x="933214" y="215228"/>
                  </a:cubicBezTo>
                  <a:lnTo>
                    <a:pt x="567871" y="28592"/>
                  </a:lnTo>
                  <a:cubicBezTo>
                    <a:pt x="517040" y="0"/>
                    <a:pt x="492419" y="5549"/>
                    <a:pt x="464621" y="16678"/>
                  </a:cubicBezTo>
                  <a:cubicBezTo>
                    <a:pt x="436824" y="28585"/>
                    <a:pt x="365343" y="64332"/>
                    <a:pt x="365343" y="64332"/>
                  </a:cubicBezTo>
                  <a:cubicBezTo>
                    <a:pt x="258123" y="115950"/>
                    <a:pt x="258123" y="227148"/>
                    <a:pt x="258123" y="227148"/>
                  </a:cubicBezTo>
                  <a:lnTo>
                    <a:pt x="258123" y="382022"/>
                  </a:lnTo>
                  <a:cubicBezTo>
                    <a:pt x="261299" y="477329"/>
                    <a:pt x="217088" y="519688"/>
                    <a:pt x="194585" y="528954"/>
                  </a:cubicBezTo>
                  <a:lnTo>
                    <a:pt x="0" y="634131"/>
                  </a:lnTo>
                  <a:moveTo>
                    <a:pt x="849821" y="292091"/>
                  </a:moveTo>
                  <a:lnTo>
                    <a:pt x="957041" y="354217"/>
                  </a:lnTo>
                  <a:moveTo>
                    <a:pt x="849821" y="292091"/>
                  </a:moveTo>
                  <a:cubicBezTo>
                    <a:pt x="839213" y="297481"/>
                    <a:pt x="827276" y="303629"/>
                    <a:pt x="814081" y="310540"/>
                  </a:cubicBezTo>
                  <a:cubicBezTo>
                    <a:pt x="710831" y="364619"/>
                    <a:pt x="700242" y="450854"/>
                    <a:pt x="702889" y="489241"/>
                  </a:cubicBezTo>
                  <a:cubicBezTo>
                    <a:pt x="702889" y="524981"/>
                    <a:pt x="702889" y="611552"/>
                    <a:pt x="702889" y="671912"/>
                  </a:cubicBezTo>
                  <a:cubicBezTo>
                    <a:pt x="702889" y="732273"/>
                    <a:pt x="627437" y="783098"/>
                    <a:pt x="591697" y="802953"/>
                  </a:cubicBezTo>
                  <a:lnTo>
                    <a:pt x="333574" y="943747"/>
                  </a:lnTo>
                  <a:lnTo>
                    <a:pt x="142960" y="837607"/>
                  </a:lnTo>
                </a:path>
              </a:pathLst>
            </a:custGeom>
            <a:noFill/>
            <a:ln w="8858">
              <a:solidFill>
                <a:srgbClr val="84A98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3406604" y="2680174"/>
            <a:ext cx="984839" cy="939212"/>
          </a:xfrm>
          <a:custGeom>
            <a:avLst/>
            <a:gdLst/>
            <a:ahLst/>
            <a:cxnLst/>
            <a:rect l="0" t="0" r="0" b="0"/>
            <a:pathLst>
              <a:path w="984839" h="939212">
                <a:moveTo>
                  <a:pt x="837907" y="294651"/>
                </a:moveTo>
                <a:cubicBezTo>
                  <a:pt x="876483" y="275046"/>
                  <a:pt x="901445" y="262882"/>
                  <a:pt x="901445" y="262882"/>
                </a:cubicBezTo>
                <a:cubicBezTo>
                  <a:pt x="921301" y="254939"/>
                  <a:pt x="949099" y="260539"/>
                  <a:pt x="949099" y="294651"/>
                </a:cubicBezTo>
                <a:cubicBezTo>
                  <a:pt x="949099" y="332774"/>
                  <a:pt x="949099" y="357101"/>
                  <a:pt x="949099" y="357101"/>
                </a:cubicBezTo>
                <a:moveTo>
                  <a:pt x="949099" y="357101"/>
                </a:moveTo>
                <a:lnTo>
                  <a:pt x="984839" y="376957"/>
                </a:lnTo>
                <a:cubicBezTo>
                  <a:pt x="984787" y="349159"/>
                  <a:pt x="984839" y="281650"/>
                  <a:pt x="984839" y="281650"/>
                </a:cubicBezTo>
                <a:cubicBezTo>
                  <a:pt x="984839" y="249884"/>
                  <a:pt x="953070" y="227142"/>
                  <a:pt x="925272" y="215228"/>
                </a:cubicBezTo>
                <a:lnTo>
                  <a:pt x="559928" y="28592"/>
                </a:lnTo>
                <a:cubicBezTo>
                  <a:pt x="509098" y="0"/>
                  <a:pt x="484477" y="5549"/>
                  <a:pt x="456679" y="16678"/>
                </a:cubicBezTo>
                <a:cubicBezTo>
                  <a:pt x="428881" y="28586"/>
                  <a:pt x="357401" y="64332"/>
                  <a:pt x="357401" y="64332"/>
                </a:cubicBezTo>
                <a:cubicBezTo>
                  <a:pt x="250180" y="115950"/>
                  <a:pt x="250180" y="227148"/>
                  <a:pt x="250180" y="227148"/>
                </a:cubicBezTo>
                <a:lnTo>
                  <a:pt x="250180" y="382022"/>
                </a:lnTo>
                <a:cubicBezTo>
                  <a:pt x="253357" y="477329"/>
                  <a:pt x="209146" y="519688"/>
                  <a:pt x="186642" y="528953"/>
                </a:cubicBezTo>
                <a:lnTo>
                  <a:pt x="0" y="629838"/>
                </a:lnTo>
                <a:moveTo>
                  <a:pt x="837907" y="294651"/>
                </a:moveTo>
                <a:lnTo>
                  <a:pt x="949099" y="357101"/>
                </a:lnTo>
                <a:moveTo>
                  <a:pt x="837907" y="294651"/>
                </a:moveTo>
                <a:cubicBezTo>
                  <a:pt x="827300" y="300042"/>
                  <a:pt x="819334" y="303629"/>
                  <a:pt x="806138" y="310540"/>
                </a:cubicBezTo>
                <a:cubicBezTo>
                  <a:pt x="702889" y="364619"/>
                  <a:pt x="692299" y="450853"/>
                  <a:pt x="694946" y="489241"/>
                </a:cubicBezTo>
                <a:cubicBezTo>
                  <a:pt x="694946" y="524981"/>
                  <a:pt x="694946" y="611552"/>
                  <a:pt x="694946" y="671913"/>
                </a:cubicBezTo>
                <a:cubicBezTo>
                  <a:pt x="694946" y="732273"/>
                  <a:pt x="619495" y="783098"/>
                  <a:pt x="583755" y="802953"/>
                </a:cubicBezTo>
                <a:cubicBezTo>
                  <a:pt x="485758" y="856406"/>
                  <a:pt x="429616" y="887029"/>
                  <a:pt x="333948" y="939212"/>
                </a:cubicBezTo>
                <a:lnTo>
                  <a:pt x="145887" y="835614"/>
                </a:lnTo>
              </a:path>
            </a:pathLst>
          </a:custGeom>
          <a:noFill/>
          <a:ln w="8858">
            <a:solidFill>
              <a:srgbClr val="D9B9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66308" y="3140816"/>
            <a:ext cx="1087226" cy="936638"/>
          </a:xfrm>
          <a:custGeom>
            <a:avLst/>
            <a:gdLst/>
            <a:ahLst/>
            <a:cxnLst/>
            <a:rect l="0" t="0" r="0" b="0"/>
            <a:pathLst>
              <a:path w="1087226" h="936638">
                <a:moveTo>
                  <a:pt x="1055457" y="358257"/>
                </a:moveTo>
                <a:cubicBezTo>
                  <a:pt x="1055457" y="345373"/>
                  <a:pt x="1055457" y="320782"/>
                  <a:pt x="1055457" y="294651"/>
                </a:cubicBezTo>
                <a:cubicBezTo>
                  <a:pt x="1055457" y="260539"/>
                  <a:pt x="1027659" y="254939"/>
                  <a:pt x="1007803" y="262882"/>
                </a:cubicBezTo>
                <a:cubicBezTo>
                  <a:pt x="1007803" y="262882"/>
                  <a:pt x="977366" y="278580"/>
                  <a:pt x="942868" y="296154"/>
                </a:cubicBezTo>
                <a:moveTo>
                  <a:pt x="942868" y="296154"/>
                </a:moveTo>
                <a:lnTo>
                  <a:pt x="1055457" y="358257"/>
                </a:lnTo>
                <a:moveTo>
                  <a:pt x="1055457" y="358257"/>
                </a:moveTo>
                <a:lnTo>
                  <a:pt x="1087226" y="375591"/>
                </a:lnTo>
                <a:cubicBezTo>
                  <a:pt x="1087196" y="343409"/>
                  <a:pt x="1087226" y="282749"/>
                  <a:pt x="1087226" y="282749"/>
                </a:cubicBezTo>
                <a:cubicBezTo>
                  <a:pt x="1087226" y="250984"/>
                  <a:pt x="1059428" y="227142"/>
                  <a:pt x="1031630" y="215228"/>
                </a:cubicBezTo>
                <a:lnTo>
                  <a:pt x="666286" y="28592"/>
                </a:lnTo>
                <a:cubicBezTo>
                  <a:pt x="615456" y="0"/>
                  <a:pt x="590836" y="5549"/>
                  <a:pt x="563037" y="16678"/>
                </a:cubicBezTo>
                <a:cubicBezTo>
                  <a:pt x="535240" y="28586"/>
                  <a:pt x="463759" y="64332"/>
                  <a:pt x="463759" y="64332"/>
                </a:cubicBezTo>
                <a:cubicBezTo>
                  <a:pt x="356539" y="115950"/>
                  <a:pt x="356539" y="227148"/>
                  <a:pt x="356539" y="227148"/>
                </a:cubicBezTo>
                <a:lnTo>
                  <a:pt x="356539" y="382022"/>
                </a:lnTo>
                <a:cubicBezTo>
                  <a:pt x="359716" y="477329"/>
                  <a:pt x="315504" y="519688"/>
                  <a:pt x="293001" y="528953"/>
                </a:cubicBezTo>
                <a:lnTo>
                  <a:pt x="106358" y="629838"/>
                </a:lnTo>
                <a:lnTo>
                  <a:pt x="0" y="692065"/>
                </a:lnTo>
                <a:lnTo>
                  <a:pt x="253370" y="832063"/>
                </a:lnTo>
                <a:lnTo>
                  <a:pt x="445051" y="936638"/>
                </a:lnTo>
                <a:cubicBezTo>
                  <a:pt x="541203" y="884191"/>
                  <a:pt x="593962" y="855399"/>
                  <a:pt x="690114" y="802953"/>
                </a:cubicBezTo>
                <a:cubicBezTo>
                  <a:pt x="725854" y="783098"/>
                  <a:pt x="801305" y="732274"/>
                  <a:pt x="801305" y="671913"/>
                </a:cubicBezTo>
                <a:cubicBezTo>
                  <a:pt x="801305" y="611552"/>
                  <a:pt x="801305" y="524981"/>
                  <a:pt x="801305" y="489241"/>
                </a:cubicBezTo>
                <a:cubicBezTo>
                  <a:pt x="798658" y="450853"/>
                  <a:pt x="806408" y="358813"/>
                  <a:pt x="912496" y="310540"/>
                </a:cubicBezTo>
                <a:cubicBezTo>
                  <a:pt x="916468" y="308733"/>
                  <a:pt x="932352" y="301505"/>
                  <a:pt x="932352" y="301505"/>
                </a:cubicBezTo>
                <a:cubicBezTo>
                  <a:pt x="935881" y="299712"/>
                  <a:pt x="939395" y="297924"/>
                  <a:pt x="942868" y="296154"/>
                </a:cubicBezTo>
              </a:path>
            </a:pathLst>
          </a:custGeom>
          <a:noFill/>
          <a:ln w="8858">
            <a:solidFill>
              <a:srgbClr val="CF8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3979" y="371475"/>
            <a:ext cx="6316030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EEF1F0"/>
                </a:solidFill>
                <a:latin typeface="Roboto"/>
              </a:rPr>
              <a:t>Observabilidad con LangSmith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7504" y="1000125"/>
            <a:ext cx="324898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1">
                <a:solidFill>
                  <a:srgbClr val="EEF1F0"/>
                </a:solidFill>
                <a:latin typeface="Roboto"/>
              </a:rPr>
              <a:t>Ver, medir y entender a tu agente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58709" y="2739826"/>
            <a:ext cx="236457" cy="272858"/>
          </a:xfrm>
          <a:custGeom>
            <a:avLst/>
            <a:gdLst/>
            <a:ahLst/>
            <a:cxnLst/>
            <a:rect l="0" t="0" r="0" b="0"/>
            <a:pathLst>
              <a:path w="236457" h="272858">
                <a:moveTo>
                  <a:pt x="183201" y="77126"/>
                </a:moveTo>
                <a:lnTo>
                  <a:pt x="111908" y="180278"/>
                </a:lnTo>
                <a:lnTo>
                  <a:pt x="57828" y="126174"/>
                </a:lnTo>
                <a:moveTo>
                  <a:pt x="97" y="39029"/>
                </a:moveTo>
                <a:lnTo>
                  <a:pt x="97" y="129246"/>
                </a:lnTo>
                <a:cubicBezTo>
                  <a:pt x="0" y="189163"/>
                  <a:pt x="36735" y="242981"/>
                  <a:pt x="92570" y="264719"/>
                </a:cubicBezTo>
                <a:lnTo>
                  <a:pt x="105175" y="269609"/>
                </a:lnTo>
                <a:cubicBezTo>
                  <a:pt x="113574" y="272858"/>
                  <a:pt x="122883" y="272858"/>
                  <a:pt x="131282" y="269609"/>
                </a:cubicBezTo>
                <a:lnTo>
                  <a:pt x="143886" y="264719"/>
                </a:lnTo>
                <a:cubicBezTo>
                  <a:pt x="199722" y="242981"/>
                  <a:pt x="236457" y="189163"/>
                  <a:pt x="236360" y="129246"/>
                </a:cubicBezTo>
                <a:lnTo>
                  <a:pt x="236360" y="39029"/>
                </a:lnTo>
                <a:cubicBezTo>
                  <a:pt x="236417" y="31909"/>
                  <a:pt x="232306" y="25414"/>
                  <a:pt x="225846" y="22420"/>
                </a:cubicBezTo>
                <a:cubicBezTo>
                  <a:pt x="191941" y="7525"/>
                  <a:pt x="155259" y="0"/>
                  <a:pt x="118228" y="341"/>
                </a:cubicBezTo>
                <a:cubicBezTo>
                  <a:pt x="81197" y="0"/>
                  <a:pt x="44516" y="7525"/>
                  <a:pt x="10611" y="22420"/>
                </a:cubicBezTo>
                <a:cubicBezTo>
                  <a:pt x="4151" y="25414"/>
                  <a:pt x="39" y="31909"/>
                  <a:pt x="97" y="39029"/>
                </a:cubicBezTo>
                <a:close/>
              </a:path>
            </a:pathLst>
          </a:custGeom>
          <a:noFill/>
          <a:ln w="8858">
            <a:solidFill>
              <a:srgbClr val="84A9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84635" y="3265796"/>
            <a:ext cx="270800" cy="273085"/>
          </a:xfrm>
          <a:custGeom>
            <a:avLst/>
            <a:gdLst/>
            <a:ahLst/>
            <a:cxnLst/>
            <a:rect l="0" t="0" r="0" b="0"/>
            <a:pathLst>
              <a:path w="270800" h="273085">
                <a:moveTo>
                  <a:pt x="270800" y="157391"/>
                </a:moveTo>
                <a:lnTo>
                  <a:pt x="270800" y="213528"/>
                </a:lnTo>
                <a:cubicBezTo>
                  <a:pt x="270800" y="219010"/>
                  <a:pt x="266356" y="223454"/>
                  <a:pt x="260874" y="223454"/>
                </a:cubicBezTo>
                <a:lnTo>
                  <a:pt x="22644" y="223454"/>
                </a:lnTo>
                <a:cubicBezTo>
                  <a:pt x="17162" y="223454"/>
                  <a:pt x="12718" y="219010"/>
                  <a:pt x="12718" y="213528"/>
                </a:cubicBezTo>
                <a:lnTo>
                  <a:pt x="12718" y="54708"/>
                </a:lnTo>
                <a:cubicBezTo>
                  <a:pt x="12718" y="49226"/>
                  <a:pt x="17162" y="44782"/>
                  <a:pt x="22644" y="44782"/>
                </a:cubicBezTo>
                <a:lnTo>
                  <a:pt x="67684" y="44782"/>
                </a:lnTo>
                <a:moveTo>
                  <a:pt x="0" y="0"/>
                </a:moveTo>
                <a:moveTo>
                  <a:pt x="121907" y="223454"/>
                </a:moveTo>
                <a:lnTo>
                  <a:pt x="102055" y="273085"/>
                </a:lnTo>
                <a:moveTo>
                  <a:pt x="0" y="0"/>
                </a:moveTo>
                <a:moveTo>
                  <a:pt x="161611" y="223454"/>
                </a:moveTo>
                <a:lnTo>
                  <a:pt x="181463" y="273085"/>
                </a:lnTo>
                <a:moveTo>
                  <a:pt x="82201" y="273085"/>
                </a:moveTo>
                <a:lnTo>
                  <a:pt x="201315" y="273085"/>
                </a:lnTo>
                <a:moveTo>
                  <a:pt x="170756" y="11858"/>
                </a:moveTo>
                <a:lnTo>
                  <a:pt x="181871" y="11858"/>
                </a:lnTo>
                <a:cubicBezTo>
                  <a:pt x="184819" y="11858"/>
                  <a:pt x="187646" y="13029"/>
                  <a:pt x="189731" y="15113"/>
                </a:cubicBezTo>
                <a:cubicBezTo>
                  <a:pt x="191815" y="17198"/>
                  <a:pt x="192987" y="20025"/>
                  <a:pt x="192987" y="22973"/>
                </a:cubicBezTo>
                <a:lnTo>
                  <a:pt x="192987" y="53457"/>
                </a:lnTo>
                <a:cubicBezTo>
                  <a:pt x="192987" y="65249"/>
                  <a:pt x="188302" y="76558"/>
                  <a:pt x="179964" y="84897"/>
                </a:cubicBezTo>
                <a:cubicBezTo>
                  <a:pt x="171625" y="93235"/>
                  <a:pt x="160317" y="97919"/>
                  <a:pt x="148525" y="97919"/>
                </a:cubicBezTo>
                <a:cubicBezTo>
                  <a:pt x="136733" y="97919"/>
                  <a:pt x="125423" y="93235"/>
                  <a:pt x="117085" y="84897"/>
                </a:cubicBezTo>
                <a:cubicBezTo>
                  <a:pt x="108747" y="76558"/>
                  <a:pt x="104062" y="65249"/>
                  <a:pt x="104062" y="53457"/>
                </a:cubicBezTo>
                <a:lnTo>
                  <a:pt x="104062" y="22973"/>
                </a:lnTo>
                <a:cubicBezTo>
                  <a:pt x="104062" y="20025"/>
                  <a:pt x="105233" y="17198"/>
                  <a:pt x="107318" y="15113"/>
                </a:cubicBezTo>
                <a:cubicBezTo>
                  <a:pt x="109403" y="13029"/>
                  <a:pt x="112230" y="11858"/>
                  <a:pt x="115178" y="11858"/>
                </a:cubicBezTo>
                <a:lnTo>
                  <a:pt x="126294" y="11858"/>
                </a:lnTo>
                <a:moveTo>
                  <a:pt x="248567" y="75689"/>
                </a:moveTo>
                <a:cubicBezTo>
                  <a:pt x="260844" y="75689"/>
                  <a:pt x="270798" y="65736"/>
                  <a:pt x="270798" y="53458"/>
                </a:cubicBezTo>
                <a:cubicBezTo>
                  <a:pt x="270798" y="41180"/>
                  <a:pt x="260844" y="31227"/>
                  <a:pt x="248567" y="31227"/>
                </a:cubicBezTo>
                <a:cubicBezTo>
                  <a:pt x="236288" y="31227"/>
                  <a:pt x="226336" y="41180"/>
                  <a:pt x="226336" y="53458"/>
                </a:cubicBezTo>
                <a:cubicBezTo>
                  <a:pt x="226336" y="65736"/>
                  <a:pt x="236288" y="75689"/>
                  <a:pt x="248567" y="75689"/>
                </a:cubicBezTo>
                <a:close/>
                <a:moveTo>
                  <a:pt x="148524" y="97920"/>
                </a:moveTo>
                <a:lnTo>
                  <a:pt x="148524" y="103478"/>
                </a:lnTo>
                <a:cubicBezTo>
                  <a:pt x="148524" y="116744"/>
                  <a:pt x="153793" y="129467"/>
                  <a:pt x="163173" y="138847"/>
                </a:cubicBezTo>
                <a:cubicBezTo>
                  <a:pt x="172554" y="148228"/>
                  <a:pt x="185277" y="153498"/>
                  <a:pt x="198543" y="153498"/>
                </a:cubicBezTo>
                <a:cubicBezTo>
                  <a:pt x="211809" y="153498"/>
                  <a:pt x="224532" y="148228"/>
                  <a:pt x="233912" y="138847"/>
                </a:cubicBezTo>
                <a:cubicBezTo>
                  <a:pt x="243293" y="129467"/>
                  <a:pt x="248563" y="116744"/>
                  <a:pt x="248563" y="103478"/>
                </a:cubicBezTo>
                <a:lnTo>
                  <a:pt x="248563" y="75689"/>
                </a:lnTo>
              </a:path>
            </a:pathLst>
          </a:custGeom>
          <a:noFill/>
          <a:ln w="8858">
            <a:solidFill>
              <a:srgbClr val="D9B9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54230" y="3088657"/>
            <a:ext cx="455095" cy="141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84A98C"/>
                </a:solidFill>
                <a:latin typeface="Roboto"/>
              </a:rPr>
              <a:t>Calidad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654230" y="3301293"/>
            <a:ext cx="801890" cy="212577"/>
            <a:chOff x="5654230" y="3301293"/>
            <a:chExt cx="801890" cy="212577"/>
          </a:xfrm>
        </p:grpSpPr>
        <p:sp>
          <p:nvSpPr>
            <p:cNvPr id="13" name="TextBox 12"/>
            <p:cNvSpPr txBox="1"/>
            <p:nvPr/>
          </p:nvSpPr>
          <p:spPr>
            <a:xfrm>
              <a:off x="5654230" y="3301293"/>
              <a:ext cx="922173" cy="1062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EEF1F0"/>
                  </a:solidFill>
                  <a:latin typeface="Roboto"/>
                </a:rPr>
                <a:t>Evalúa respuestas y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54230" y="3407592"/>
              <a:ext cx="922173" cy="1062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600" b="0">
                  <a:solidFill>
                    <a:srgbClr val="EEF1F0"/>
                  </a:solidFill>
                  <a:latin typeface="Roboto"/>
                </a:rPr>
                <a:t>comportamiento.</a:t>
              </a: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3939996" y="3803293"/>
            <a:ext cx="271701" cy="271701"/>
          </a:xfrm>
          <a:custGeom>
            <a:avLst/>
            <a:gdLst/>
            <a:ahLst/>
            <a:cxnLst/>
            <a:rect l="0" t="0" r="0" b="0"/>
            <a:pathLst>
              <a:path w="271701" h="271701">
                <a:moveTo>
                  <a:pt x="90205" y="0"/>
                </a:moveTo>
                <a:lnTo>
                  <a:pt x="0" y="49650"/>
                </a:lnTo>
                <a:lnTo>
                  <a:pt x="90205" y="99289"/>
                </a:lnTo>
                <a:lnTo>
                  <a:pt x="180398" y="49650"/>
                </a:lnTo>
                <a:close/>
                <a:moveTo>
                  <a:pt x="105467" y="190179"/>
                </a:moveTo>
                <a:lnTo>
                  <a:pt x="90205" y="198578"/>
                </a:lnTo>
                <a:lnTo>
                  <a:pt x="0" y="148939"/>
                </a:lnTo>
                <a:lnTo>
                  <a:pt x="0" y="49650"/>
                </a:lnTo>
                <a:moveTo>
                  <a:pt x="180398" y="99289"/>
                </a:moveTo>
                <a:lnTo>
                  <a:pt x="180398" y="49650"/>
                </a:lnTo>
                <a:moveTo>
                  <a:pt x="90205" y="99289"/>
                </a:moveTo>
                <a:lnTo>
                  <a:pt x="90205" y="198578"/>
                </a:lnTo>
                <a:moveTo>
                  <a:pt x="126991" y="191963"/>
                </a:moveTo>
                <a:cubicBezTo>
                  <a:pt x="126991" y="227846"/>
                  <a:pt x="156080" y="256935"/>
                  <a:pt x="191963" y="256935"/>
                </a:cubicBezTo>
                <a:cubicBezTo>
                  <a:pt x="227846" y="256935"/>
                  <a:pt x="256935" y="227846"/>
                  <a:pt x="256935" y="191963"/>
                </a:cubicBezTo>
                <a:cubicBezTo>
                  <a:pt x="256935" y="156080"/>
                  <a:pt x="227846" y="126991"/>
                  <a:pt x="191963" y="126991"/>
                </a:cubicBezTo>
                <a:cubicBezTo>
                  <a:pt x="156080" y="126991"/>
                  <a:pt x="126991" y="156080"/>
                  <a:pt x="126991" y="191963"/>
                </a:cubicBezTo>
                <a:moveTo>
                  <a:pt x="237904" y="237904"/>
                </a:moveTo>
                <a:lnTo>
                  <a:pt x="271701" y="271701"/>
                </a:lnTo>
              </a:path>
            </a:pathLst>
          </a:custGeom>
          <a:noFill/>
          <a:ln w="8858">
            <a:solidFill>
              <a:srgbClr val="CF8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3685" y="3620192"/>
            <a:ext cx="720384" cy="141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D9B96A"/>
                </a:solidFill>
                <a:latin typeface="Roboto"/>
              </a:rPr>
              <a:t>Diagnóstico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3685" y="3885986"/>
            <a:ext cx="1348340" cy="1063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>
                <a:solidFill>
                  <a:srgbClr val="EEF1F0"/>
                </a:solidFill>
                <a:latin typeface="Roboto"/>
              </a:rPr>
              <a:t>Detecta dónde y por qué falla.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3139" y="4151783"/>
            <a:ext cx="736463" cy="141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CF8A5A"/>
                </a:solidFill>
                <a:latin typeface="Roboto"/>
              </a:rPr>
              <a:t>Trazabilidad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3139" y="4417577"/>
            <a:ext cx="1476357" cy="1063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>
                <a:solidFill>
                  <a:srgbClr val="EEF1F0"/>
                </a:solidFill>
                <a:latin typeface="Roboto"/>
              </a:rPr>
              <a:t>Sigue cada paso de la ejecución.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19DAB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20" y="644337"/>
            <a:ext cx="7827749" cy="44054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8180" y="123397"/>
            <a:ext cx="3519231" cy="381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EEF1F0"/>
                </a:solidFill>
                <a:latin typeface="Roboto"/>
              </a:rPr>
              <a:t>El mapa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0525" y="200025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EEF1F0"/>
                </a:solidFill>
                <a:latin typeface="Roboto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2000250"/>
            <a:ext cx="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EEF1F0"/>
                </a:solidFill>
                <a:latin typeface="Roboto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19DAB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